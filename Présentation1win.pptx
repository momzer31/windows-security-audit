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3" r:id="rId17"/>
    <p:sldId id="289" r:id="rId18"/>
    <p:sldId id="290" r:id="rId19"/>
    <p:sldId id="291" r:id="rId20"/>
    <p:sldId id="292" r:id="rId21"/>
    <p:sldId id="293" r:id="rId22"/>
    <p:sldId id="294" r:id="rId23"/>
    <p:sldId id="295" r:id="rId24"/>
    <p:sldId id="296" r:id="rId25"/>
    <p:sldId id="297" r:id="rId26"/>
    <p:sldId id="298" r:id="rId27"/>
    <p:sldId id="299" r:id="rId28"/>
    <p:sldId id="300" r:id="rId2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1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image" Target="../media/image2.svg"/><Relationship Id="rId16" Type="http://schemas.openxmlformats.org/officeDocument/2006/relationships/image" Target="../media/image16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Relationship Id="rId14" Type="http://schemas.openxmlformats.org/officeDocument/2006/relationships/image" Target="../media/image14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13" Type="http://schemas.openxmlformats.org/officeDocument/2006/relationships/image" Target="../media/image30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svg"/><Relationship Id="rId2" Type="http://schemas.openxmlformats.org/officeDocument/2006/relationships/image" Target="../media/image19.svg"/><Relationship Id="rId16" Type="http://schemas.openxmlformats.org/officeDocument/2006/relationships/image" Target="../media/image33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5" Type="http://schemas.openxmlformats.org/officeDocument/2006/relationships/image" Target="../media/image32.png"/><Relationship Id="rId10" Type="http://schemas.openxmlformats.org/officeDocument/2006/relationships/image" Target="../media/image27.svg"/><Relationship Id="rId4" Type="http://schemas.openxmlformats.org/officeDocument/2006/relationships/image" Target="../media/image21.svg"/><Relationship Id="rId9" Type="http://schemas.openxmlformats.org/officeDocument/2006/relationships/image" Target="../media/image26.png"/><Relationship Id="rId14" Type="http://schemas.openxmlformats.org/officeDocument/2006/relationships/image" Target="../media/image31.sv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13" Type="http://schemas.openxmlformats.org/officeDocument/2006/relationships/image" Target="../media/image47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12" Type="http://schemas.openxmlformats.org/officeDocument/2006/relationships/image" Target="../media/image46.svg"/><Relationship Id="rId2" Type="http://schemas.openxmlformats.org/officeDocument/2006/relationships/image" Target="../media/image36.svg"/><Relationship Id="rId1" Type="http://schemas.openxmlformats.org/officeDocument/2006/relationships/image" Target="../media/image35.png"/><Relationship Id="rId6" Type="http://schemas.openxmlformats.org/officeDocument/2006/relationships/image" Target="../media/image40.sv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0" Type="http://schemas.openxmlformats.org/officeDocument/2006/relationships/image" Target="../media/image44.svg"/><Relationship Id="rId4" Type="http://schemas.openxmlformats.org/officeDocument/2006/relationships/image" Target="../media/image38.svg"/><Relationship Id="rId9" Type="http://schemas.openxmlformats.org/officeDocument/2006/relationships/image" Target="../media/image43.png"/><Relationship Id="rId14" Type="http://schemas.openxmlformats.org/officeDocument/2006/relationships/image" Target="../media/image48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image" Target="../media/image2.svg"/><Relationship Id="rId16" Type="http://schemas.openxmlformats.org/officeDocument/2006/relationships/image" Target="../media/image16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Relationship Id="rId14" Type="http://schemas.openxmlformats.org/officeDocument/2006/relationships/image" Target="../media/image14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13" Type="http://schemas.openxmlformats.org/officeDocument/2006/relationships/image" Target="../media/image30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svg"/><Relationship Id="rId2" Type="http://schemas.openxmlformats.org/officeDocument/2006/relationships/image" Target="../media/image19.svg"/><Relationship Id="rId16" Type="http://schemas.openxmlformats.org/officeDocument/2006/relationships/image" Target="../media/image33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5" Type="http://schemas.openxmlformats.org/officeDocument/2006/relationships/image" Target="../media/image32.png"/><Relationship Id="rId10" Type="http://schemas.openxmlformats.org/officeDocument/2006/relationships/image" Target="../media/image27.svg"/><Relationship Id="rId4" Type="http://schemas.openxmlformats.org/officeDocument/2006/relationships/image" Target="../media/image21.svg"/><Relationship Id="rId9" Type="http://schemas.openxmlformats.org/officeDocument/2006/relationships/image" Target="../media/image26.png"/><Relationship Id="rId14" Type="http://schemas.openxmlformats.org/officeDocument/2006/relationships/image" Target="../media/image31.sv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13" Type="http://schemas.openxmlformats.org/officeDocument/2006/relationships/image" Target="../media/image47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12" Type="http://schemas.openxmlformats.org/officeDocument/2006/relationships/image" Target="../media/image46.svg"/><Relationship Id="rId2" Type="http://schemas.openxmlformats.org/officeDocument/2006/relationships/image" Target="../media/image36.svg"/><Relationship Id="rId1" Type="http://schemas.openxmlformats.org/officeDocument/2006/relationships/image" Target="../media/image35.png"/><Relationship Id="rId6" Type="http://schemas.openxmlformats.org/officeDocument/2006/relationships/image" Target="../media/image40.sv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0" Type="http://schemas.openxmlformats.org/officeDocument/2006/relationships/image" Target="../media/image44.svg"/><Relationship Id="rId4" Type="http://schemas.openxmlformats.org/officeDocument/2006/relationships/image" Target="../media/image38.svg"/><Relationship Id="rId9" Type="http://schemas.openxmlformats.org/officeDocument/2006/relationships/image" Target="../media/image43.png"/><Relationship Id="rId14" Type="http://schemas.openxmlformats.org/officeDocument/2006/relationships/image" Target="../media/image4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37DA3F8-1C42-49E1-A888-94A04F8F8670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179C8078-B34F-4210-AA23-44E5C8AB4A64}">
      <dgm:prSet/>
      <dgm:spPr/>
      <dgm:t>
        <a:bodyPr/>
        <a:lstStyle/>
        <a:p>
          <a:r>
            <a:rPr lang="fr-FR" dirty="0"/>
            <a:t>Date: </a:t>
          </a:r>
        </a:p>
        <a:p>
          <a:r>
            <a:rPr lang="fr-FR" dirty="0"/>
            <a:t>6 janvier 2026</a:t>
          </a:r>
          <a:endParaRPr lang="en-US" dirty="0"/>
        </a:p>
      </dgm:t>
    </dgm:pt>
    <dgm:pt modelId="{E6B9F230-C501-4A94-9962-E956CF29275D}" type="parTrans" cxnId="{BA55469B-064F-4BEB-AFA0-17B5B0615BF6}">
      <dgm:prSet/>
      <dgm:spPr/>
      <dgm:t>
        <a:bodyPr/>
        <a:lstStyle/>
        <a:p>
          <a:endParaRPr lang="en-US"/>
        </a:p>
      </dgm:t>
    </dgm:pt>
    <dgm:pt modelId="{A2EA8613-4743-49E7-A499-A17551A3FC1C}" type="sibTrans" cxnId="{BA55469B-064F-4BEB-AFA0-17B5B0615BF6}">
      <dgm:prSet/>
      <dgm:spPr/>
      <dgm:t>
        <a:bodyPr/>
        <a:lstStyle/>
        <a:p>
          <a:endParaRPr lang="en-US"/>
        </a:p>
      </dgm:t>
    </dgm:pt>
    <dgm:pt modelId="{B45BA6F2-AB7D-4E37-AB3C-D5D06B88BA92}">
      <dgm:prSet/>
      <dgm:spPr/>
      <dgm:t>
        <a:bodyPr/>
        <a:lstStyle/>
        <a:p>
          <a:r>
            <a:rPr lang="fr-FR"/>
            <a:t>Auditeur: Ouali</a:t>
          </a:r>
          <a:endParaRPr lang="en-US"/>
        </a:p>
      </dgm:t>
    </dgm:pt>
    <dgm:pt modelId="{7BEFCA32-9BBD-44FA-BE05-88903BCB7F01}" type="parTrans" cxnId="{32146CA9-2A77-49CB-B20D-D3BA3755D718}">
      <dgm:prSet/>
      <dgm:spPr/>
      <dgm:t>
        <a:bodyPr/>
        <a:lstStyle/>
        <a:p>
          <a:endParaRPr lang="en-US"/>
        </a:p>
      </dgm:t>
    </dgm:pt>
    <dgm:pt modelId="{7D171F14-6A7E-482F-ACEF-5737244E45C7}" type="sibTrans" cxnId="{32146CA9-2A77-49CB-B20D-D3BA3755D718}">
      <dgm:prSet/>
      <dgm:spPr/>
      <dgm:t>
        <a:bodyPr/>
        <a:lstStyle/>
        <a:p>
          <a:endParaRPr lang="en-US"/>
        </a:p>
      </dgm:t>
    </dgm:pt>
    <dgm:pt modelId="{1746DD3F-39C4-4245-B3B6-B5288425B046}">
      <dgm:prSet/>
      <dgm:spPr/>
      <dgm:t>
        <a:bodyPr/>
        <a:lstStyle/>
        <a:p>
          <a:r>
            <a:rPr lang="fr-FR" dirty="0"/>
            <a:t>Client: </a:t>
          </a:r>
        </a:p>
        <a:p>
          <a:r>
            <a:rPr lang="fr-FR" dirty="0"/>
            <a:t>ESGI</a:t>
          </a:r>
          <a:endParaRPr lang="en-US" dirty="0"/>
        </a:p>
      </dgm:t>
    </dgm:pt>
    <dgm:pt modelId="{CBC4F5AC-C692-4495-A9C4-D7D3D00B50E2}" type="parTrans" cxnId="{43EED3CC-76D0-4475-8B0B-D003CB915E89}">
      <dgm:prSet/>
      <dgm:spPr/>
      <dgm:t>
        <a:bodyPr/>
        <a:lstStyle/>
        <a:p>
          <a:endParaRPr lang="en-US"/>
        </a:p>
      </dgm:t>
    </dgm:pt>
    <dgm:pt modelId="{E54C0ED9-60F0-4A57-848A-3520B0F1E4EE}" type="sibTrans" cxnId="{43EED3CC-76D0-4475-8B0B-D003CB915E89}">
      <dgm:prSet/>
      <dgm:spPr/>
      <dgm:t>
        <a:bodyPr/>
        <a:lstStyle/>
        <a:p>
          <a:endParaRPr lang="en-US"/>
        </a:p>
      </dgm:t>
    </dgm:pt>
    <dgm:pt modelId="{80F4146E-979A-4248-BFBC-DEA615F80574}" type="pres">
      <dgm:prSet presAssocID="{C37DA3F8-1C42-49E1-A888-94A04F8F867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F43ADA2-0B78-493C-B775-92285DC6C3B7}" type="pres">
      <dgm:prSet presAssocID="{179C8078-B34F-4210-AA23-44E5C8AB4A64}" presName="hierRoot1" presStyleCnt="0"/>
      <dgm:spPr/>
    </dgm:pt>
    <dgm:pt modelId="{ED086A55-0025-4A4C-84E1-F2A7964B1C93}" type="pres">
      <dgm:prSet presAssocID="{179C8078-B34F-4210-AA23-44E5C8AB4A64}" presName="composite" presStyleCnt="0"/>
      <dgm:spPr/>
    </dgm:pt>
    <dgm:pt modelId="{9BF70BAF-F749-4DAB-84F1-375AD43F88D4}" type="pres">
      <dgm:prSet presAssocID="{179C8078-B34F-4210-AA23-44E5C8AB4A64}" presName="background" presStyleLbl="node0" presStyleIdx="0" presStyleCnt="3"/>
      <dgm:spPr/>
    </dgm:pt>
    <dgm:pt modelId="{0FD3F631-3F9E-4560-BDF8-D6CFF874CC02}" type="pres">
      <dgm:prSet presAssocID="{179C8078-B34F-4210-AA23-44E5C8AB4A64}" presName="text" presStyleLbl="fgAcc0" presStyleIdx="0" presStyleCnt="3">
        <dgm:presLayoutVars>
          <dgm:chPref val="3"/>
        </dgm:presLayoutVars>
      </dgm:prSet>
      <dgm:spPr/>
    </dgm:pt>
    <dgm:pt modelId="{588FB4A6-B6E9-4CC4-BD99-1EB2E7D21F3C}" type="pres">
      <dgm:prSet presAssocID="{179C8078-B34F-4210-AA23-44E5C8AB4A64}" presName="hierChild2" presStyleCnt="0"/>
      <dgm:spPr/>
    </dgm:pt>
    <dgm:pt modelId="{B2234E3B-96F9-45F8-A7B6-9B14C35AFE4D}" type="pres">
      <dgm:prSet presAssocID="{B45BA6F2-AB7D-4E37-AB3C-D5D06B88BA92}" presName="hierRoot1" presStyleCnt="0"/>
      <dgm:spPr/>
    </dgm:pt>
    <dgm:pt modelId="{B811EE90-845A-4AD0-A7AA-640EEFC3FE9D}" type="pres">
      <dgm:prSet presAssocID="{B45BA6F2-AB7D-4E37-AB3C-D5D06B88BA92}" presName="composite" presStyleCnt="0"/>
      <dgm:spPr/>
    </dgm:pt>
    <dgm:pt modelId="{88321E49-1213-4637-BA39-4B44BE89DB15}" type="pres">
      <dgm:prSet presAssocID="{B45BA6F2-AB7D-4E37-AB3C-D5D06B88BA92}" presName="background" presStyleLbl="node0" presStyleIdx="1" presStyleCnt="3"/>
      <dgm:spPr/>
    </dgm:pt>
    <dgm:pt modelId="{A765BAC3-89FD-4458-BCD1-8C2266EFF71B}" type="pres">
      <dgm:prSet presAssocID="{B45BA6F2-AB7D-4E37-AB3C-D5D06B88BA92}" presName="text" presStyleLbl="fgAcc0" presStyleIdx="1" presStyleCnt="3">
        <dgm:presLayoutVars>
          <dgm:chPref val="3"/>
        </dgm:presLayoutVars>
      </dgm:prSet>
      <dgm:spPr/>
    </dgm:pt>
    <dgm:pt modelId="{648729C6-C7CC-4134-ACF8-E2D623D2CD4F}" type="pres">
      <dgm:prSet presAssocID="{B45BA6F2-AB7D-4E37-AB3C-D5D06B88BA92}" presName="hierChild2" presStyleCnt="0"/>
      <dgm:spPr/>
    </dgm:pt>
    <dgm:pt modelId="{2B65E1F7-5A2E-4779-96A1-8D560AAE3261}" type="pres">
      <dgm:prSet presAssocID="{1746DD3F-39C4-4245-B3B6-B5288425B046}" presName="hierRoot1" presStyleCnt="0"/>
      <dgm:spPr/>
    </dgm:pt>
    <dgm:pt modelId="{C24D298F-F300-4289-A9BC-93BDD0141FC9}" type="pres">
      <dgm:prSet presAssocID="{1746DD3F-39C4-4245-B3B6-B5288425B046}" presName="composite" presStyleCnt="0"/>
      <dgm:spPr/>
    </dgm:pt>
    <dgm:pt modelId="{31381175-BA22-48F2-8EBA-ECAB157BBCAC}" type="pres">
      <dgm:prSet presAssocID="{1746DD3F-39C4-4245-B3B6-B5288425B046}" presName="background" presStyleLbl="node0" presStyleIdx="2" presStyleCnt="3"/>
      <dgm:spPr/>
    </dgm:pt>
    <dgm:pt modelId="{D2049DA2-75B2-475B-84BA-FEAE65D42E9F}" type="pres">
      <dgm:prSet presAssocID="{1746DD3F-39C4-4245-B3B6-B5288425B046}" presName="text" presStyleLbl="fgAcc0" presStyleIdx="2" presStyleCnt="3">
        <dgm:presLayoutVars>
          <dgm:chPref val="3"/>
        </dgm:presLayoutVars>
      </dgm:prSet>
      <dgm:spPr/>
    </dgm:pt>
    <dgm:pt modelId="{00232BAF-8707-4C55-B035-A9166F1E435B}" type="pres">
      <dgm:prSet presAssocID="{1746DD3F-39C4-4245-B3B6-B5288425B046}" presName="hierChild2" presStyleCnt="0"/>
      <dgm:spPr/>
    </dgm:pt>
  </dgm:ptLst>
  <dgm:cxnLst>
    <dgm:cxn modelId="{99581404-E26D-4C6A-953A-4BD110CF9234}" type="presOf" srcId="{1746DD3F-39C4-4245-B3B6-B5288425B046}" destId="{D2049DA2-75B2-475B-84BA-FEAE65D42E9F}" srcOrd="0" destOrd="0" presId="urn:microsoft.com/office/officeart/2005/8/layout/hierarchy1"/>
    <dgm:cxn modelId="{B6567094-4F10-4CC9-A76E-E0D3A4508B2F}" type="presOf" srcId="{179C8078-B34F-4210-AA23-44E5C8AB4A64}" destId="{0FD3F631-3F9E-4560-BDF8-D6CFF874CC02}" srcOrd="0" destOrd="0" presId="urn:microsoft.com/office/officeart/2005/8/layout/hierarchy1"/>
    <dgm:cxn modelId="{BA55469B-064F-4BEB-AFA0-17B5B0615BF6}" srcId="{C37DA3F8-1C42-49E1-A888-94A04F8F8670}" destId="{179C8078-B34F-4210-AA23-44E5C8AB4A64}" srcOrd="0" destOrd="0" parTransId="{E6B9F230-C501-4A94-9962-E956CF29275D}" sibTransId="{A2EA8613-4743-49E7-A499-A17551A3FC1C}"/>
    <dgm:cxn modelId="{32146CA9-2A77-49CB-B20D-D3BA3755D718}" srcId="{C37DA3F8-1C42-49E1-A888-94A04F8F8670}" destId="{B45BA6F2-AB7D-4E37-AB3C-D5D06B88BA92}" srcOrd="1" destOrd="0" parTransId="{7BEFCA32-9BBD-44FA-BE05-88903BCB7F01}" sibTransId="{7D171F14-6A7E-482F-ACEF-5737244E45C7}"/>
    <dgm:cxn modelId="{730B41C9-E712-473B-A4E2-BB41EC8FD51B}" type="presOf" srcId="{C37DA3F8-1C42-49E1-A888-94A04F8F8670}" destId="{80F4146E-979A-4248-BFBC-DEA615F80574}" srcOrd="0" destOrd="0" presId="urn:microsoft.com/office/officeart/2005/8/layout/hierarchy1"/>
    <dgm:cxn modelId="{43EED3CC-76D0-4475-8B0B-D003CB915E89}" srcId="{C37DA3F8-1C42-49E1-A888-94A04F8F8670}" destId="{1746DD3F-39C4-4245-B3B6-B5288425B046}" srcOrd="2" destOrd="0" parTransId="{CBC4F5AC-C692-4495-A9C4-D7D3D00B50E2}" sibTransId="{E54C0ED9-60F0-4A57-848A-3520B0F1E4EE}"/>
    <dgm:cxn modelId="{32A49DD6-79BB-4C7B-9DC9-C466FA66EE2D}" type="presOf" srcId="{B45BA6F2-AB7D-4E37-AB3C-D5D06B88BA92}" destId="{A765BAC3-89FD-4458-BCD1-8C2266EFF71B}" srcOrd="0" destOrd="0" presId="urn:microsoft.com/office/officeart/2005/8/layout/hierarchy1"/>
    <dgm:cxn modelId="{E8612CDB-721A-44B4-B111-26E854D4FDF6}" type="presParOf" srcId="{80F4146E-979A-4248-BFBC-DEA615F80574}" destId="{EF43ADA2-0B78-493C-B775-92285DC6C3B7}" srcOrd="0" destOrd="0" presId="urn:microsoft.com/office/officeart/2005/8/layout/hierarchy1"/>
    <dgm:cxn modelId="{16811C0C-D8FA-411A-90D5-51186A74E8E5}" type="presParOf" srcId="{EF43ADA2-0B78-493C-B775-92285DC6C3B7}" destId="{ED086A55-0025-4A4C-84E1-F2A7964B1C93}" srcOrd="0" destOrd="0" presId="urn:microsoft.com/office/officeart/2005/8/layout/hierarchy1"/>
    <dgm:cxn modelId="{CA2BBFF4-0CE3-4EA6-B0E2-0E24DBDD07D1}" type="presParOf" srcId="{ED086A55-0025-4A4C-84E1-F2A7964B1C93}" destId="{9BF70BAF-F749-4DAB-84F1-375AD43F88D4}" srcOrd="0" destOrd="0" presId="urn:microsoft.com/office/officeart/2005/8/layout/hierarchy1"/>
    <dgm:cxn modelId="{42E3C70A-8E62-406E-865D-75CB88E9305E}" type="presParOf" srcId="{ED086A55-0025-4A4C-84E1-F2A7964B1C93}" destId="{0FD3F631-3F9E-4560-BDF8-D6CFF874CC02}" srcOrd="1" destOrd="0" presId="urn:microsoft.com/office/officeart/2005/8/layout/hierarchy1"/>
    <dgm:cxn modelId="{3808CCEA-7755-4144-8C75-53587F4EA376}" type="presParOf" srcId="{EF43ADA2-0B78-493C-B775-92285DC6C3B7}" destId="{588FB4A6-B6E9-4CC4-BD99-1EB2E7D21F3C}" srcOrd="1" destOrd="0" presId="urn:microsoft.com/office/officeart/2005/8/layout/hierarchy1"/>
    <dgm:cxn modelId="{2BFA81C3-A14D-48EE-9EE9-071B82FE1F61}" type="presParOf" srcId="{80F4146E-979A-4248-BFBC-DEA615F80574}" destId="{B2234E3B-96F9-45F8-A7B6-9B14C35AFE4D}" srcOrd="1" destOrd="0" presId="urn:microsoft.com/office/officeart/2005/8/layout/hierarchy1"/>
    <dgm:cxn modelId="{E9F8E4C0-5CEE-4FE4-A216-D6D1BEDE437D}" type="presParOf" srcId="{B2234E3B-96F9-45F8-A7B6-9B14C35AFE4D}" destId="{B811EE90-845A-4AD0-A7AA-640EEFC3FE9D}" srcOrd="0" destOrd="0" presId="urn:microsoft.com/office/officeart/2005/8/layout/hierarchy1"/>
    <dgm:cxn modelId="{9B8227C2-62F1-4B1A-ABAB-89391381C8AE}" type="presParOf" srcId="{B811EE90-845A-4AD0-A7AA-640EEFC3FE9D}" destId="{88321E49-1213-4637-BA39-4B44BE89DB15}" srcOrd="0" destOrd="0" presId="urn:microsoft.com/office/officeart/2005/8/layout/hierarchy1"/>
    <dgm:cxn modelId="{DB1DC6F8-3054-4A47-B1E4-8DDF4D4DD80D}" type="presParOf" srcId="{B811EE90-845A-4AD0-A7AA-640EEFC3FE9D}" destId="{A765BAC3-89FD-4458-BCD1-8C2266EFF71B}" srcOrd="1" destOrd="0" presId="urn:microsoft.com/office/officeart/2005/8/layout/hierarchy1"/>
    <dgm:cxn modelId="{482048DD-EBD4-486D-8362-9F5D7E824263}" type="presParOf" srcId="{B2234E3B-96F9-45F8-A7B6-9B14C35AFE4D}" destId="{648729C6-C7CC-4134-ACF8-E2D623D2CD4F}" srcOrd="1" destOrd="0" presId="urn:microsoft.com/office/officeart/2005/8/layout/hierarchy1"/>
    <dgm:cxn modelId="{0554FD0C-55FF-4526-A9AF-7569A8CAF152}" type="presParOf" srcId="{80F4146E-979A-4248-BFBC-DEA615F80574}" destId="{2B65E1F7-5A2E-4779-96A1-8D560AAE3261}" srcOrd="2" destOrd="0" presId="urn:microsoft.com/office/officeart/2005/8/layout/hierarchy1"/>
    <dgm:cxn modelId="{FBFFFDFA-206D-42F0-8B08-124F491D911C}" type="presParOf" srcId="{2B65E1F7-5A2E-4779-96A1-8D560AAE3261}" destId="{C24D298F-F300-4289-A9BC-93BDD0141FC9}" srcOrd="0" destOrd="0" presId="urn:microsoft.com/office/officeart/2005/8/layout/hierarchy1"/>
    <dgm:cxn modelId="{99845555-098D-4EB2-B339-01AFAD6E4DFD}" type="presParOf" srcId="{C24D298F-F300-4289-A9BC-93BDD0141FC9}" destId="{31381175-BA22-48F2-8EBA-ECAB157BBCAC}" srcOrd="0" destOrd="0" presId="urn:microsoft.com/office/officeart/2005/8/layout/hierarchy1"/>
    <dgm:cxn modelId="{E97697C2-8634-4D8A-A10A-F6CF141940D5}" type="presParOf" srcId="{C24D298F-F300-4289-A9BC-93BDD0141FC9}" destId="{D2049DA2-75B2-475B-84BA-FEAE65D42E9F}" srcOrd="1" destOrd="0" presId="urn:microsoft.com/office/officeart/2005/8/layout/hierarchy1"/>
    <dgm:cxn modelId="{036D21A4-4D93-42B5-8FA9-0834CB10067A}" type="presParOf" srcId="{2B65E1F7-5A2E-4779-96A1-8D560AAE3261}" destId="{00232BAF-8707-4C55-B035-A9166F1E435B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0F972F1-F336-48B4-BDB5-AD50B1C87321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7195ECB-410E-48E1-A684-49CD51273C52}">
      <dgm:prSet/>
      <dgm:spPr/>
      <dgm:t>
        <a:bodyPr/>
        <a:lstStyle/>
        <a:p>
          <a:r>
            <a:rPr lang="fr-FR"/>
            <a:t>1. Contexte et Objectifs</a:t>
          </a:r>
          <a:endParaRPr lang="en-US"/>
        </a:p>
      </dgm:t>
    </dgm:pt>
    <dgm:pt modelId="{3A13DF48-6266-4352-A931-BA624CC1FF05}" type="parTrans" cxnId="{EE162188-ACB8-45D7-A716-5577A3203051}">
      <dgm:prSet/>
      <dgm:spPr/>
      <dgm:t>
        <a:bodyPr/>
        <a:lstStyle/>
        <a:p>
          <a:endParaRPr lang="en-US"/>
        </a:p>
      </dgm:t>
    </dgm:pt>
    <dgm:pt modelId="{C22F6975-62EB-4849-92CC-40305F07ACCF}" type="sibTrans" cxnId="{EE162188-ACB8-45D7-A716-5577A3203051}">
      <dgm:prSet/>
      <dgm:spPr/>
      <dgm:t>
        <a:bodyPr/>
        <a:lstStyle/>
        <a:p>
          <a:endParaRPr lang="en-US"/>
        </a:p>
      </dgm:t>
    </dgm:pt>
    <dgm:pt modelId="{36050253-ECA5-404C-9068-54D0C8BF81CC}">
      <dgm:prSet/>
      <dgm:spPr/>
      <dgm:t>
        <a:bodyPr/>
        <a:lstStyle/>
        <a:p>
          <a:r>
            <a:rPr lang="fr-FR"/>
            <a:t>2. Methodologie</a:t>
          </a:r>
          <a:endParaRPr lang="en-US"/>
        </a:p>
      </dgm:t>
    </dgm:pt>
    <dgm:pt modelId="{62798016-EAE0-45D1-879F-7A9093D55C23}" type="parTrans" cxnId="{DCBCC254-3B86-418D-84A0-DFE920B1FE59}">
      <dgm:prSet/>
      <dgm:spPr/>
      <dgm:t>
        <a:bodyPr/>
        <a:lstStyle/>
        <a:p>
          <a:endParaRPr lang="en-US"/>
        </a:p>
      </dgm:t>
    </dgm:pt>
    <dgm:pt modelId="{8984C690-E5CD-4927-8A9B-5F5539344B45}" type="sibTrans" cxnId="{DCBCC254-3B86-418D-84A0-DFE920B1FE59}">
      <dgm:prSet/>
      <dgm:spPr/>
      <dgm:t>
        <a:bodyPr/>
        <a:lstStyle/>
        <a:p>
          <a:endParaRPr lang="en-US"/>
        </a:p>
      </dgm:t>
    </dgm:pt>
    <dgm:pt modelId="{1B243479-268A-44D0-8F8F-FB52AB888023}">
      <dgm:prSet/>
      <dgm:spPr/>
      <dgm:t>
        <a:bodyPr/>
        <a:lstStyle/>
        <a:p>
          <a:r>
            <a:rPr lang="fr-FR"/>
            <a:t>3. Resultats - Score 42%</a:t>
          </a:r>
          <a:endParaRPr lang="en-US"/>
        </a:p>
      </dgm:t>
    </dgm:pt>
    <dgm:pt modelId="{193CD31F-D1E3-4E7B-A249-E5285F1551ED}" type="parTrans" cxnId="{0BFE3FB8-1C27-4C85-9F67-82EB02873C11}">
      <dgm:prSet/>
      <dgm:spPr/>
      <dgm:t>
        <a:bodyPr/>
        <a:lstStyle/>
        <a:p>
          <a:endParaRPr lang="en-US"/>
        </a:p>
      </dgm:t>
    </dgm:pt>
    <dgm:pt modelId="{53A9F6AC-73CA-4D9E-8212-4E5813602BBF}" type="sibTrans" cxnId="{0BFE3FB8-1C27-4C85-9F67-82EB02873C11}">
      <dgm:prSet/>
      <dgm:spPr/>
      <dgm:t>
        <a:bodyPr/>
        <a:lstStyle/>
        <a:p>
          <a:endParaRPr lang="en-US"/>
        </a:p>
      </dgm:t>
    </dgm:pt>
    <dgm:pt modelId="{68F1F751-1324-40D0-A801-F9E1D2362DC9}">
      <dgm:prSet/>
      <dgm:spPr/>
      <dgm:t>
        <a:bodyPr/>
        <a:lstStyle/>
        <a:p>
          <a:r>
            <a:rPr lang="fr-FR"/>
            <a:t>4. Findings</a:t>
          </a:r>
          <a:endParaRPr lang="en-US"/>
        </a:p>
      </dgm:t>
    </dgm:pt>
    <dgm:pt modelId="{C11F2C94-1E58-45EF-8B9D-C2784E4F97D0}" type="parTrans" cxnId="{2E4D47BF-DE7C-43F8-9F21-847BBB5391C8}">
      <dgm:prSet/>
      <dgm:spPr/>
      <dgm:t>
        <a:bodyPr/>
        <a:lstStyle/>
        <a:p>
          <a:endParaRPr lang="en-US"/>
        </a:p>
      </dgm:t>
    </dgm:pt>
    <dgm:pt modelId="{78B31A74-8BEA-4694-8D3E-D035F13090CF}" type="sibTrans" cxnId="{2E4D47BF-DE7C-43F8-9F21-847BBB5391C8}">
      <dgm:prSet/>
      <dgm:spPr/>
      <dgm:t>
        <a:bodyPr/>
        <a:lstStyle/>
        <a:p>
          <a:endParaRPr lang="en-US"/>
        </a:p>
      </dgm:t>
    </dgm:pt>
    <dgm:pt modelId="{5FDDE84A-ACF6-4E86-BD62-0F43B59D1953}">
      <dgm:prSet/>
      <dgm:spPr/>
      <dgm:t>
        <a:bodyPr/>
        <a:lstStyle/>
        <a:p>
          <a:r>
            <a:rPr lang="fr-FR"/>
            <a:t>5. Plan Remediation</a:t>
          </a:r>
          <a:endParaRPr lang="en-US"/>
        </a:p>
      </dgm:t>
    </dgm:pt>
    <dgm:pt modelId="{CF312846-72B9-4C51-8972-FF1E09B12A3F}" type="parTrans" cxnId="{37F92C1D-7214-4178-A463-34F36372EDF7}">
      <dgm:prSet/>
      <dgm:spPr/>
      <dgm:t>
        <a:bodyPr/>
        <a:lstStyle/>
        <a:p>
          <a:endParaRPr lang="en-US"/>
        </a:p>
      </dgm:t>
    </dgm:pt>
    <dgm:pt modelId="{E7CB030E-5930-4137-9BE6-846ADC4205E2}" type="sibTrans" cxnId="{37F92C1D-7214-4178-A463-34F36372EDF7}">
      <dgm:prSet/>
      <dgm:spPr/>
      <dgm:t>
        <a:bodyPr/>
        <a:lstStyle/>
        <a:p>
          <a:endParaRPr lang="en-US"/>
        </a:p>
      </dgm:t>
    </dgm:pt>
    <dgm:pt modelId="{DCEF6D58-C47D-4025-85FC-FD57C27529B9}">
      <dgm:prSet/>
      <dgm:spPr/>
      <dgm:t>
        <a:bodyPr/>
        <a:lstStyle/>
        <a:p>
          <a:r>
            <a:rPr lang="fr-FR"/>
            <a:t>6. Monitoring</a:t>
          </a:r>
          <a:endParaRPr lang="en-US"/>
        </a:p>
      </dgm:t>
    </dgm:pt>
    <dgm:pt modelId="{ABA1F347-5D05-422C-B9BB-5B57BB5034BB}" type="parTrans" cxnId="{72DC892C-FC6C-4032-B758-2B355EBB3B7D}">
      <dgm:prSet/>
      <dgm:spPr/>
      <dgm:t>
        <a:bodyPr/>
        <a:lstStyle/>
        <a:p>
          <a:endParaRPr lang="en-US"/>
        </a:p>
      </dgm:t>
    </dgm:pt>
    <dgm:pt modelId="{F9480109-0C38-4E37-B6F5-7979618B8F75}" type="sibTrans" cxnId="{72DC892C-FC6C-4032-B758-2B355EBB3B7D}">
      <dgm:prSet/>
      <dgm:spPr/>
      <dgm:t>
        <a:bodyPr/>
        <a:lstStyle/>
        <a:p>
          <a:endParaRPr lang="en-US"/>
        </a:p>
      </dgm:t>
    </dgm:pt>
    <dgm:pt modelId="{14A10882-DC17-46D9-B880-4631FFCB124D}">
      <dgm:prSet/>
      <dgm:spPr/>
      <dgm:t>
        <a:bodyPr/>
        <a:lstStyle/>
        <a:p>
          <a:r>
            <a:rPr lang="fr-FR"/>
            <a:t>7. Conformite</a:t>
          </a:r>
          <a:endParaRPr lang="en-US"/>
        </a:p>
      </dgm:t>
    </dgm:pt>
    <dgm:pt modelId="{D58336A2-E5DF-4283-80BF-84396EC043EE}" type="parTrans" cxnId="{AEAE633C-55FB-4309-8C0A-1B8712F2C2D3}">
      <dgm:prSet/>
      <dgm:spPr/>
      <dgm:t>
        <a:bodyPr/>
        <a:lstStyle/>
        <a:p>
          <a:endParaRPr lang="en-US"/>
        </a:p>
      </dgm:t>
    </dgm:pt>
    <dgm:pt modelId="{86AE4D18-3811-4833-A4CD-585053000FFF}" type="sibTrans" cxnId="{AEAE633C-55FB-4309-8C0A-1B8712F2C2D3}">
      <dgm:prSet/>
      <dgm:spPr/>
      <dgm:t>
        <a:bodyPr/>
        <a:lstStyle/>
        <a:p>
          <a:endParaRPr lang="en-US"/>
        </a:p>
      </dgm:t>
    </dgm:pt>
    <dgm:pt modelId="{08F40AF5-C968-40E2-B037-C897722A40F6}">
      <dgm:prSet/>
      <dgm:spPr/>
      <dgm:t>
        <a:bodyPr/>
        <a:lstStyle/>
        <a:p>
          <a:r>
            <a:rPr lang="fr-FR"/>
            <a:t>8. Roadmap</a:t>
          </a:r>
          <a:endParaRPr lang="en-US"/>
        </a:p>
      </dgm:t>
    </dgm:pt>
    <dgm:pt modelId="{1EDEFC79-D9DC-4FB3-BED1-8C96BD100D9D}" type="parTrans" cxnId="{9DAEBC9D-F260-4785-A3A4-51381650EF0C}">
      <dgm:prSet/>
      <dgm:spPr/>
      <dgm:t>
        <a:bodyPr/>
        <a:lstStyle/>
        <a:p>
          <a:endParaRPr lang="en-US"/>
        </a:p>
      </dgm:t>
    </dgm:pt>
    <dgm:pt modelId="{3E7E2209-3760-4FA2-9706-4DE97EA4E5D2}" type="sibTrans" cxnId="{9DAEBC9D-F260-4785-A3A4-51381650EF0C}">
      <dgm:prSet/>
      <dgm:spPr/>
      <dgm:t>
        <a:bodyPr/>
        <a:lstStyle/>
        <a:p>
          <a:endParaRPr lang="en-US"/>
        </a:p>
      </dgm:t>
    </dgm:pt>
    <dgm:pt modelId="{2300A943-83C6-4B46-BB39-89B798E43031}" type="pres">
      <dgm:prSet presAssocID="{A0F972F1-F336-48B4-BDB5-AD50B1C87321}" presName="root" presStyleCnt="0">
        <dgm:presLayoutVars>
          <dgm:dir/>
          <dgm:resizeHandles val="exact"/>
        </dgm:presLayoutVars>
      </dgm:prSet>
      <dgm:spPr/>
    </dgm:pt>
    <dgm:pt modelId="{852C9D1B-5EBC-4570-83B0-9D2F1720381F}" type="pres">
      <dgm:prSet presAssocID="{47195ECB-410E-48E1-A684-49CD51273C52}" presName="compNode" presStyleCnt="0"/>
      <dgm:spPr/>
    </dgm:pt>
    <dgm:pt modelId="{FF565DC3-2E52-44BF-9AFC-E22EEEF51E0A}" type="pres">
      <dgm:prSet presAssocID="{47195ECB-410E-48E1-A684-49CD51273C52}" presName="iconRect" presStyleLbl="node1" presStyleIdx="0" presStyleCnt="8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lle"/>
        </a:ext>
      </dgm:extLst>
    </dgm:pt>
    <dgm:pt modelId="{10AD89D5-E72E-45A3-A6EA-A8AE470A2D99}" type="pres">
      <dgm:prSet presAssocID="{47195ECB-410E-48E1-A684-49CD51273C52}" presName="spaceRect" presStyleCnt="0"/>
      <dgm:spPr/>
    </dgm:pt>
    <dgm:pt modelId="{B11E43D9-48BE-4977-BF16-38ACBE4E9AC3}" type="pres">
      <dgm:prSet presAssocID="{47195ECB-410E-48E1-A684-49CD51273C52}" presName="textRect" presStyleLbl="revTx" presStyleIdx="0" presStyleCnt="8">
        <dgm:presLayoutVars>
          <dgm:chMax val="1"/>
          <dgm:chPref val="1"/>
        </dgm:presLayoutVars>
      </dgm:prSet>
      <dgm:spPr/>
    </dgm:pt>
    <dgm:pt modelId="{1D4092C1-1449-45DC-BEC3-24FEF1434E3B}" type="pres">
      <dgm:prSet presAssocID="{C22F6975-62EB-4849-92CC-40305F07ACCF}" presName="sibTrans" presStyleCnt="0"/>
      <dgm:spPr/>
    </dgm:pt>
    <dgm:pt modelId="{E7F1109A-C501-492B-AE5A-3F70DAAFB23F}" type="pres">
      <dgm:prSet presAssocID="{36050253-ECA5-404C-9068-54D0C8BF81CC}" presName="compNode" presStyleCnt="0"/>
      <dgm:spPr/>
    </dgm:pt>
    <dgm:pt modelId="{A119A151-3EC6-4AB0-AB4E-41A5A8C80E70}" type="pres">
      <dgm:prSet presAssocID="{36050253-ECA5-404C-9068-54D0C8BF81CC}" presName="iconRect" presStyleLbl="node1" presStyleIdx="1" presStyleCnt="8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che"/>
        </a:ext>
      </dgm:extLst>
    </dgm:pt>
    <dgm:pt modelId="{EA3FF2DC-8FDD-4720-8653-4F313A1C8DAB}" type="pres">
      <dgm:prSet presAssocID="{36050253-ECA5-404C-9068-54D0C8BF81CC}" presName="spaceRect" presStyleCnt="0"/>
      <dgm:spPr/>
    </dgm:pt>
    <dgm:pt modelId="{B81E82BE-1347-4955-915E-FFF5303A06D3}" type="pres">
      <dgm:prSet presAssocID="{36050253-ECA5-404C-9068-54D0C8BF81CC}" presName="textRect" presStyleLbl="revTx" presStyleIdx="1" presStyleCnt="8">
        <dgm:presLayoutVars>
          <dgm:chMax val="1"/>
          <dgm:chPref val="1"/>
        </dgm:presLayoutVars>
      </dgm:prSet>
      <dgm:spPr/>
    </dgm:pt>
    <dgm:pt modelId="{7DAB4427-84C1-4D14-A8ED-281F9A432B03}" type="pres">
      <dgm:prSet presAssocID="{8984C690-E5CD-4927-8A9B-5F5539344B45}" presName="sibTrans" presStyleCnt="0"/>
      <dgm:spPr/>
    </dgm:pt>
    <dgm:pt modelId="{D4746EC1-E7D0-4659-B330-3B0438B9392B}" type="pres">
      <dgm:prSet presAssocID="{1B243479-268A-44D0-8F8F-FB52AB888023}" presName="compNode" presStyleCnt="0"/>
      <dgm:spPr/>
    </dgm:pt>
    <dgm:pt modelId="{098938F6-A1F0-4224-8057-2E66358C2C33}" type="pres">
      <dgm:prSet presAssocID="{1B243479-268A-44D0-8F8F-FB52AB888023}" presName="iconRect" presStyleLbl="node1" presStyleIdx="2" presStyleCnt="8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Étoile"/>
        </a:ext>
      </dgm:extLst>
    </dgm:pt>
    <dgm:pt modelId="{799FD707-9776-4CCE-A2EA-3E0AA33A1B18}" type="pres">
      <dgm:prSet presAssocID="{1B243479-268A-44D0-8F8F-FB52AB888023}" presName="spaceRect" presStyleCnt="0"/>
      <dgm:spPr/>
    </dgm:pt>
    <dgm:pt modelId="{BCF20548-2752-4E29-9395-C471988CBB76}" type="pres">
      <dgm:prSet presAssocID="{1B243479-268A-44D0-8F8F-FB52AB888023}" presName="textRect" presStyleLbl="revTx" presStyleIdx="2" presStyleCnt="8">
        <dgm:presLayoutVars>
          <dgm:chMax val="1"/>
          <dgm:chPref val="1"/>
        </dgm:presLayoutVars>
      </dgm:prSet>
      <dgm:spPr/>
    </dgm:pt>
    <dgm:pt modelId="{458B31A4-499F-4482-ACCB-45C5D591B508}" type="pres">
      <dgm:prSet presAssocID="{53A9F6AC-73CA-4D9E-8212-4E5813602BBF}" presName="sibTrans" presStyleCnt="0"/>
      <dgm:spPr/>
    </dgm:pt>
    <dgm:pt modelId="{B83F1B44-A38A-4AE2-AF1D-79DB097F161A}" type="pres">
      <dgm:prSet presAssocID="{68F1F751-1324-40D0-A801-F9E1D2362DC9}" presName="compNode" presStyleCnt="0"/>
      <dgm:spPr/>
    </dgm:pt>
    <dgm:pt modelId="{6B657D9A-2216-424D-85D3-8D07372DAC54}" type="pres">
      <dgm:prSet presAssocID="{68F1F751-1324-40D0-A801-F9E1D2362DC9}" presName="iconRect" presStyleLbl="node1" presStyleIdx="3" presStyleCnt="8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F7E3D0F1-392A-4943-A2F2-0CAD5ABE558A}" type="pres">
      <dgm:prSet presAssocID="{68F1F751-1324-40D0-A801-F9E1D2362DC9}" presName="spaceRect" presStyleCnt="0"/>
      <dgm:spPr/>
    </dgm:pt>
    <dgm:pt modelId="{949ACAC6-FB59-4187-8365-324340C2F689}" type="pres">
      <dgm:prSet presAssocID="{68F1F751-1324-40D0-A801-F9E1D2362DC9}" presName="textRect" presStyleLbl="revTx" presStyleIdx="3" presStyleCnt="8">
        <dgm:presLayoutVars>
          <dgm:chMax val="1"/>
          <dgm:chPref val="1"/>
        </dgm:presLayoutVars>
      </dgm:prSet>
      <dgm:spPr/>
    </dgm:pt>
    <dgm:pt modelId="{617101BE-9892-4A83-9A68-8CBFA51CFE9F}" type="pres">
      <dgm:prSet presAssocID="{78B31A74-8BEA-4694-8D3E-D035F13090CF}" presName="sibTrans" presStyleCnt="0"/>
      <dgm:spPr/>
    </dgm:pt>
    <dgm:pt modelId="{2EBF4C00-5734-4D20-948F-BC6A48BFCFAC}" type="pres">
      <dgm:prSet presAssocID="{5FDDE84A-ACF6-4E86-BD62-0F43B59D1953}" presName="compNode" presStyleCnt="0"/>
      <dgm:spPr/>
    </dgm:pt>
    <dgm:pt modelId="{3E6D423A-A799-469F-BF67-210195BB1D65}" type="pres">
      <dgm:prSet presAssocID="{5FDDE84A-ACF6-4E86-BD62-0F43B59D1953}" presName="iconRect" presStyleLbl="node1" presStyleIdx="4" presStyleCnt="8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père"/>
        </a:ext>
      </dgm:extLst>
    </dgm:pt>
    <dgm:pt modelId="{0F33CA2A-33F5-428D-A488-D89E561F257B}" type="pres">
      <dgm:prSet presAssocID="{5FDDE84A-ACF6-4E86-BD62-0F43B59D1953}" presName="spaceRect" presStyleCnt="0"/>
      <dgm:spPr/>
    </dgm:pt>
    <dgm:pt modelId="{5CFF9865-279B-49C0-BA58-A9EE5826002B}" type="pres">
      <dgm:prSet presAssocID="{5FDDE84A-ACF6-4E86-BD62-0F43B59D1953}" presName="textRect" presStyleLbl="revTx" presStyleIdx="4" presStyleCnt="8">
        <dgm:presLayoutVars>
          <dgm:chMax val="1"/>
          <dgm:chPref val="1"/>
        </dgm:presLayoutVars>
      </dgm:prSet>
      <dgm:spPr/>
    </dgm:pt>
    <dgm:pt modelId="{1AA2F6A8-6DF0-4BE5-AFAE-37A720519374}" type="pres">
      <dgm:prSet presAssocID="{E7CB030E-5930-4137-9BE6-846ADC4205E2}" presName="sibTrans" presStyleCnt="0"/>
      <dgm:spPr/>
    </dgm:pt>
    <dgm:pt modelId="{34F127DF-05DC-4602-B64E-AB17D95EB4FB}" type="pres">
      <dgm:prSet presAssocID="{DCEF6D58-C47D-4025-85FC-FD57C27529B9}" presName="compNode" presStyleCnt="0"/>
      <dgm:spPr/>
    </dgm:pt>
    <dgm:pt modelId="{43994830-9FDE-43B9-B627-EA0A0006C65D}" type="pres">
      <dgm:prSet presAssocID="{DCEF6D58-C47D-4025-85FC-FD57C27529B9}" presName="iconRect" presStyleLbl="node1" presStyleIdx="5" presStyleCnt="8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Œil"/>
        </a:ext>
      </dgm:extLst>
    </dgm:pt>
    <dgm:pt modelId="{6C294A9A-7C17-4F11-820A-28A3163AB5EB}" type="pres">
      <dgm:prSet presAssocID="{DCEF6D58-C47D-4025-85FC-FD57C27529B9}" presName="spaceRect" presStyleCnt="0"/>
      <dgm:spPr/>
    </dgm:pt>
    <dgm:pt modelId="{7AA7589B-6239-49C1-8435-52E79524DE52}" type="pres">
      <dgm:prSet presAssocID="{DCEF6D58-C47D-4025-85FC-FD57C27529B9}" presName="textRect" presStyleLbl="revTx" presStyleIdx="5" presStyleCnt="8">
        <dgm:presLayoutVars>
          <dgm:chMax val="1"/>
          <dgm:chPref val="1"/>
        </dgm:presLayoutVars>
      </dgm:prSet>
      <dgm:spPr/>
    </dgm:pt>
    <dgm:pt modelId="{CC98C02A-E7C1-460C-B4C9-B8D07D9183D6}" type="pres">
      <dgm:prSet presAssocID="{F9480109-0C38-4E37-B6F5-7979618B8F75}" presName="sibTrans" presStyleCnt="0"/>
      <dgm:spPr/>
    </dgm:pt>
    <dgm:pt modelId="{73897869-3DB0-4888-992C-A9F99656284B}" type="pres">
      <dgm:prSet presAssocID="{14A10882-DC17-46D9-B880-4631FFCB124D}" presName="compNode" presStyleCnt="0"/>
      <dgm:spPr/>
    </dgm:pt>
    <dgm:pt modelId="{1CEAA04B-67F4-4F47-8725-1DD1EDE6CBFB}" type="pres">
      <dgm:prSet presAssocID="{14A10882-DC17-46D9-B880-4631FFCB124D}" presName="iconRect" presStyleLbl="node1" presStyleIdx="6" presStyleCnt="8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ophée"/>
        </a:ext>
      </dgm:extLst>
    </dgm:pt>
    <dgm:pt modelId="{1B788B9A-FAD7-4A0A-B61F-52A3A97BDC80}" type="pres">
      <dgm:prSet presAssocID="{14A10882-DC17-46D9-B880-4631FFCB124D}" presName="spaceRect" presStyleCnt="0"/>
      <dgm:spPr/>
    </dgm:pt>
    <dgm:pt modelId="{CB18BF69-03BE-48BA-BD1E-99090DDBC384}" type="pres">
      <dgm:prSet presAssocID="{14A10882-DC17-46D9-B880-4631FFCB124D}" presName="textRect" presStyleLbl="revTx" presStyleIdx="6" presStyleCnt="8">
        <dgm:presLayoutVars>
          <dgm:chMax val="1"/>
          <dgm:chPref val="1"/>
        </dgm:presLayoutVars>
      </dgm:prSet>
      <dgm:spPr/>
    </dgm:pt>
    <dgm:pt modelId="{2E2B2AA3-27F8-4B26-B904-9391FB3470A5}" type="pres">
      <dgm:prSet presAssocID="{86AE4D18-3811-4833-A4CD-585053000FFF}" presName="sibTrans" presStyleCnt="0"/>
      <dgm:spPr/>
    </dgm:pt>
    <dgm:pt modelId="{D2981F67-9208-48AC-9BDF-85A55B3155DA}" type="pres">
      <dgm:prSet presAssocID="{08F40AF5-C968-40E2-B037-C897722A40F6}" presName="compNode" presStyleCnt="0"/>
      <dgm:spPr/>
    </dgm:pt>
    <dgm:pt modelId="{CDDFDC93-5ABC-4814-8AE8-3AE3B839537D}" type="pres">
      <dgm:prSet presAssocID="{08F40AF5-C968-40E2-B037-C897722A40F6}" presName="iconRect" presStyleLbl="node1" presStyleIdx="7" presStyleCnt="8"/>
      <dgm:spPr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p with pin"/>
        </a:ext>
      </dgm:extLst>
    </dgm:pt>
    <dgm:pt modelId="{F348B798-7466-4157-9024-0C6BD84AA2B7}" type="pres">
      <dgm:prSet presAssocID="{08F40AF5-C968-40E2-B037-C897722A40F6}" presName="spaceRect" presStyleCnt="0"/>
      <dgm:spPr/>
    </dgm:pt>
    <dgm:pt modelId="{82E210B9-856E-4634-879C-34831BB3C91C}" type="pres">
      <dgm:prSet presAssocID="{08F40AF5-C968-40E2-B037-C897722A40F6}" presName="textRect" presStyleLbl="revTx" presStyleIdx="7" presStyleCnt="8">
        <dgm:presLayoutVars>
          <dgm:chMax val="1"/>
          <dgm:chPref val="1"/>
        </dgm:presLayoutVars>
      </dgm:prSet>
      <dgm:spPr/>
    </dgm:pt>
  </dgm:ptLst>
  <dgm:cxnLst>
    <dgm:cxn modelId="{5A0D3B16-B312-453B-9969-09A645898AA5}" type="presOf" srcId="{1B243479-268A-44D0-8F8F-FB52AB888023}" destId="{BCF20548-2752-4E29-9395-C471988CBB76}" srcOrd="0" destOrd="0" presId="urn:microsoft.com/office/officeart/2018/2/layout/IconLabelList"/>
    <dgm:cxn modelId="{46CBD91C-C40C-4DC2-8884-E98AD1C96E2A}" type="presOf" srcId="{08F40AF5-C968-40E2-B037-C897722A40F6}" destId="{82E210B9-856E-4634-879C-34831BB3C91C}" srcOrd="0" destOrd="0" presId="urn:microsoft.com/office/officeart/2018/2/layout/IconLabelList"/>
    <dgm:cxn modelId="{37F92C1D-7214-4178-A463-34F36372EDF7}" srcId="{A0F972F1-F336-48B4-BDB5-AD50B1C87321}" destId="{5FDDE84A-ACF6-4E86-BD62-0F43B59D1953}" srcOrd="4" destOrd="0" parTransId="{CF312846-72B9-4C51-8972-FF1E09B12A3F}" sibTransId="{E7CB030E-5930-4137-9BE6-846ADC4205E2}"/>
    <dgm:cxn modelId="{4113422B-ED07-4026-8918-0A9B2C24C559}" type="presOf" srcId="{47195ECB-410E-48E1-A684-49CD51273C52}" destId="{B11E43D9-48BE-4977-BF16-38ACBE4E9AC3}" srcOrd="0" destOrd="0" presId="urn:microsoft.com/office/officeart/2018/2/layout/IconLabelList"/>
    <dgm:cxn modelId="{72DC892C-FC6C-4032-B758-2B355EBB3B7D}" srcId="{A0F972F1-F336-48B4-BDB5-AD50B1C87321}" destId="{DCEF6D58-C47D-4025-85FC-FD57C27529B9}" srcOrd="5" destOrd="0" parTransId="{ABA1F347-5D05-422C-B9BB-5B57BB5034BB}" sibTransId="{F9480109-0C38-4E37-B6F5-7979618B8F75}"/>
    <dgm:cxn modelId="{C2789633-534F-4F5A-84AD-793E996EA7C3}" type="presOf" srcId="{36050253-ECA5-404C-9068-54D0C8BF81CC}" destId="{B81E82BE-1347-4955-915E-FFF5303A06D3}" srcOrd="0" destOrd="0" presId="urn:microsoft.com/office/officeart/2018/2/layout/IconLabelList"/>
    <dgm:cxn modelId="{AEAE633C-55FB-4309-8C0A-1B8712F2C2D3}" srcId="{A0F972F1-F336-48B4-BDB5-AD50B1C87321}" destId="{14A10882-DC17-46D9-B880-4631FFCB124D}" srcOrd="6" destOrd="0" parTransId="{D58336A2-E5DF-4283-80BF-84396EC043EE}" sibTransId="{86AE4D18-3811-4833-A4CD-585053000FFF}"/>
    <dgm:cxn modelId="{DCBCC254-3B86-418D-84A0-DFE920B1FE59}" srcId="{A0F972F1-F336-48B4-BDB5-AD50B1C87321}" destId="{36050253-ECA5-404C-9068-54D0C8BF81CC}" srcOrd="1" destOrd="0" parTransId="{62798016-EAE0-45D1-879F-7A9093D55C23}" sibTransId="{8984C690-E5CD-4927-8A9B-5F5539344B45}"/>
    <dgm:cxn modelId="{EE162188-ACB8-45D7-A716-5577A3203051}" srcId="{A0F972F1-F336-48B4-BDB5-AD50B1C87321}" destId="{47195ECB-410E-48E1-A684-49CD51273C52}" srcOrd="0" destOrd="0" parTransId="{3A13DF48-6266-4352-A931-BA624CC1FF05}" sibTransId="{C22F6975-62EB-4849-92CC-40305F07ACCF}"/>
    <dgm:cxn modelId="{7F0E5D89-4B5F-4093-B555-476EC1072D97}" type="presOf" srcId="{5FDDE84A-ACF6-4E86-BD62-0F43B59D1953}" destId="{5CFF9865-279B-49C0-BA58-A9EE5826002B}" srcOrd="0" destOrd="0" presId="urn:microsoft.com/office/officeart/2018/2/layout/IconLabelList"/>
    <dgm:cxn modelId="{9DAEBC9D-F260-4785-A3A4-51381650EF0C}" srcId="{A0F972F1-F336-48B4-BDB5-AD50B1C87321}" destId="{08F40AF5-C968-40E2-B037-C897722A40F6}" srcOrd="7" destOrd="0" parTransId="{1EDEFC79-D9DC-4FB3-BED1-8C96BD100D9D}" sibTransId="{3E7E2209-3760-4FA2-9706-4DE97EA4E5D2}"/>
    <dgm:cxn modelId="{60F853AC-D3EB-444D-BE31-BD4C5CFC1E83}" type="presOf" srcId="{A0F972F1-F336-48B4-BDB5-AD50B1C87321}" destId="{2300A943-83C6-4B46-BB39-89B798E43031}" srcOrd="0" destOrd="0" presId="urn:microsoft.com/office/officeart/2018/2/layout/IconLabelList"/>
    <dgm:cxn modelId="{0BFE3FB8-1C27-4C85-9F67-82EB02873C11}" srcId="{A0F972F1-F336-48B4-BDB5-AD50B1C87321}" destId="{1B243479-268A-44D0-8F8F-FB52AB888023}" srcOrd="2" destOrd="0" parTransId="{193CD31F-D1E3-4E7B-A249-E5285F1551ED}" sibTransId="{53A9F6AC-73CA-4D9E-8212-4E5813602BBF}"/>
    <dgm:cxn modelId="{2E4D47BF-DE7C-43F8-9F21-847BBB5391C8}" srcId="{A0F972F1-F336-48B4-BDB5-AD50B1C87321}" destId="{68F1F751-1324-40D0-A801-F9E1D2362DC9}" srcOrd="3" destOrd="0" parTransId="{C11F2C94-1E58-45EF-8B9D-C2784E4F97D0}" sibTransId="{78B31A74-8BEA-4694-8D3E-D035F13090CF}"/>
    <dgm:cxn modelId="{B1D42FE4-2099-4C0C-B969-BC8EC6E34449}" type="presOf" srcId="{68F1F751-1324-40D0-A801-F9E1D2362DC9}" destId="{949ACAC6-FB59-4187-8365-324340C2F689}" srcOrd="0" destOrd="0" presId="urn:microsoft.com/office/officeart/2018/2/layout/IconLabelList"/>
    <dgm:cxn modelId="{FAFE1DE8-6137-4E2A-9B48-15AACD889154}" type="presOf" srcId="{14A10882-DC17-46D9-B880-4631FFCB124D}" destId="{CB18BF69-03BE-48BA-BD1E-99090DDBC384}" srcOrd="0" destOrd="0" presId="urn:microsoft.com/office/officeart/2018/2/layout/IconLabelList"/>
    <dgm:cxn modelId="{380D79FE-65E9-4D7C-87A3-1C0067BA567E}" type="presOf" srcId="{DCEF6D58-C47D-4025-85FC-FD57C27529B9}" destId="{7AA7589B-6239-49C1-8435-52E79524DE52}" srcOrd="0" destOrd="0" presId="urn:microsoft.com/office/officeart/2018/2/layout/IconLabelList"/>
    <dgm:cxn modelId="{F131CA69-6897-4ED2-A0AA-6C7C93450E6F}" type="presParOf" srcId="{2300A943-83C6-4B46-BB39-89B798E43031}" destId="{852C9D1B-5EBC-4570-83B0-9D2F1720381F}" srcOrd="0" destOrd="0" presId="urn:microsoft.com/office/officeart/2018/2/layout/IconLabelList"/>
    <dgm:cxn modelId="{51E6714A-6132-4B35-BC6E-AF81E5850E48}" type="presParOf" srcId="{852C9D1B-5EBC-4570-83B0-9D2F1720381F}" destId="{FF565DC3-2E52-44BF-9AFC-E22EEEF51E0A}" srcOrd="0" destOrd="0" presId="urn:microsoft.com/office/officeart/2018/2/layout/IconLabelList"/>
    <dgm:cxn modelId="{45F9E82D-DEA3-4FAB-A310-B8DC7400F6A6}" type="presParOf" srcId="{852C9D1B-5EBC-4570-83B0-9D2F1720381F}" destId="{10AD89D5-E72E-45A3-A6EA-A8AE470A2D99}" srcOrd="1" destOrd="0" presId="urn:microsoft.com/office/officeart/2018/2/layout/IconLabelList"/>
    <dgm:cxn modelId="{C6D40B17-A8A7-4A93-BBB0-8E0208CF661F}" type="presParOf" srcId="{852C9D1B-5EBC-4570-83B0-9D2F1720381F}" destId="{B11E43D9-48BE-4977-BF16-38ACBE4E9AC3}" srcOrd="2" destOrd="0" presId="urn:microsoft.com/office/officeart/2018/2/layout/IconLabelList"/>
    <dgm:cxn modelId="{B3713369-333E-4013-8864-3AB08926F44C}" type="presParOf" srcId="{2300A943-83C6-4B46-BB39-89B798E43031}" destId="{1D4092C1-1449-45DC-BEC3-24FEF1434E3B}" srcOrd="1" destOrd="0" presId="urn:microsoft.com/office/officeart/2018/2/layout/IconLabelList"/>
    <dgm:cxn modelId="{301CD238-D470-4012-AE41-C5CE9A950409}" type="presParOf" srcId="{2300A943-83C6-4B46-BB39-89B798E43031}" destId="{E7F1109A-C501-492B-AE5A-3F70DAAFB23F}" srcOrd="2" destOrd="0" presId="urn:microsoft.com/office/officeart/2018/2/layout/IconLabelList"/>
    <dgm:cxn modelId="{E43FFF8B-6D42-411B-865E-416FEE1712DB}" type="presParOf" srcId="{E7F1109A-C501-492B-AE5A-3F70DAAFB23F}" destId="{A119A151-3EC6-4AB0-AB4E-41A5A8C80E70}" srcOrd="0" destOrd="0" presId="urn:microsoft.com/office/officeart/2018/2/layout/IconLabelList"/>
    <dgm:cxn modelId="{FCB84616-BBB6-42E1-8F8B-2277C2FCC901}" type="presParOf" srcId="{E7F1109A-C501-492B-AE5A-3F70DAAFB23F}" destId="{EA3FF2DC-8FDD-4720-8653-4F313A1C8DAB}" srcOrd="1" destOrd="0" presId="urn:microsoft.com/office/officeart/2018/2/layout/IconLabelList"/>
    <dgm:cxn modelId="{4B4F9145-B2C3-4F74-945C-31DE45230594}" type="presParOf" srcId="{E7F1109A-C501-492B-AE5A-3F70DAAFB23F}" destId="{B81E82BE-1347-4955-915E-FFF5303A06D3}" srcOrd="2" destOrd="0" presId="urn:microsoft.com/office/officeart/2018/2/layout/IconLabelList"/>
    <dgm:cxn modelId="{35A38A99-68B7-46F6-9632-64B1D8E38B8D}" type="presParOf" srcId="{2300A943-83C6-4B46-BB39-89B798E43031}" destId="{7DAB4427-84C1-4D14-A8ED-281F9A432B03}" srcOrd="3" destOrd="0" presId="urn:microsoft.com/office/officeart/2018/2/layout/IconLabelList"/>
    <dgm:cxn modelId="{B351C92D-2AF6-45EC-B420-91CD75FE0E6B}" type="presParOf" srcId="{2300A943-83C6-4B46-BB39-89B798E43031}" destId="{D4746EC1-E7D0-4659-B330-3B0438B9392B}" srcOrd="4" destOrd="0" presId="urn:microsoft.com/office/officeart/2018/2/layout/IconLabelList"/>
    <dgm:cxn modelId="{C2F6F551-C00F-41A0-8E4C-078A37D73122}" type="presParOf" srcId="{D4746EC1-E7D0-4659-B330-3B0438B9392B}" destId="{098938F6-A1F0-4224-8057-2E66358C2C33}" srcOrd="0" destOrd="0" presId="urn:microsoft.com/office/officeart/2018/2/layout/IconLabelList"/>
    <dgm:cxn modelId="{8C94B9B1-7BEE-47A4-8792-8DDD8030960D}" type="presParOf" srcId="{D4746EC1-E7D0-4659-B330-3B0438B9392B}" destId="{799FD707-9776-4CCE-A2EA-3E0AA33A1B18}" srcOrd="1" destOrd="0" presId="urn:microsoft.com/office/officeart/2018/2/layout/IconLabelList"/>
    <dgm:cxn modelId="{0D4A1C18-2D24-4490-862F-719731669B58}" type="presParOf" srcId="{D4746EC1-E7D0-4659-B330-3B0438B9392B}" destId="{BCF20548-2752-4E29-9395-C471988CBB76}" srcOrd="2" destOrd="0" presId="urn:microsoft.com/office/officeart/2018/2/layout/IconLabelList"/>
    <dgm:cxn modelId="{F55B27ED-1412-4B32-AA80-0CC8573D30EB}" type="presParOf" srcId="{2300A943-83C6-4B46-BB39-89B798E43031}" destId="{458B31A4-499F-4482-ACCB-45C5D591B508}" srcOrd="5" destOrd="0" presId="urn:microsoft.com/office/officeart/2018/2/layout/IconLabelList"/>
    <dgm:cxn modelId="{C1B63452-4921-4D1C-B3F5-AECD78FC5250}" type="presParOf" srcId="{2300A943-83C6-4B46-BB39-89B798E43031}" destId="{B83F1B44-A38A-4AE2-AF1D-79DB097F161A}" srcOrd="6" destOrd="0" presId="urn:microsoft.com/office/officeart/2018/2/layout/IconLabelList"/>
    <dgm:cxn modelId="{493073FB-B723-43B1-8112-18FAE6C3DF3B}" type="presParOf" srcId="{B83F1B44-A38A-4AE2-AF1D-79DB097F161A}" destId="{6B657D9A-2216-424D-85D3-8D07372DAC54}" srcOrd="0" destOrd="0" presId="urn:microsoft.com/office/officeart/2018/2/layout/IconLabelList"/>
    <dgm:cxn modelId="{268AEEF7-2561-4073-8021-EC5AB001DE9A}" type="presParOf" srcId="{B83F1B44-A38A-4AE2-AF1D-79DB097F161A}" destId="{F7E3D0F1-392A-4943-A2F2-0CAD5ABE558A}" srcOrd="1" destOrd="0" presId="urn:microsoft.com/office/officeart/2018/2/layout/IconLabelList"/>
    <dgm:cxn modelId="{08C291E0-8470-422B-BA2F-F06592A26550}" type="presParOf" srcId="{B83F1B44-A38A-4AE2-AF1D-79DB097F161A}" destId="{949ACAC6-FB59-4187-8365-324340C2F689}" srcOrd="2" destOrd="0" presId="urn:microsoft.com/office/officeart/2018/2/layout/IconLabelList"/>
    <dgm:cxn modelId="{F6DF2B24-3672-4F81-9EDD-B32F9D934A72}" type="presParOf" srcId="{2300A943-83C6-4B46-BB39-89B798E43031}" destId="{617101BE-9892-4A83-9A68-8CBFA51CFE9F}" srcOrd="7" destOrd="0" presId="urn:microsoft.com/office/officeart/2018/2/layout/IconLabelList"/>
    <dgm:cxn modelId="{4CA5B677-7ACC-4BA5-97ED-7151C2FD4B2E}" type="presParOf" srcId="{2300A943-83C6-4B46-BB39-89B798E43031}" destId="{2EBF4C00-5734-4D20-948F-BC6A48BFCFAC}" srcOrd="8" destOrd="0" presId="urn:microsoft.com/office/officeart/2018/2/layout/IconLabelList"/>
    <dgm:cxn modelId="{26B084FD-38B4-4A86-B698-6EBAFC46EE0E}" type="presParOf" srcId="{2EBF4C00-5734-4D20-948F-BC6A48BFCFAC}" destId="{3E6D423A-A799-469F-BF67-210195BB1D65}" srcOrd="0" destOrd="0" presId="urn:microsoft.com/office/officeart/2018/2/layout/IconLabelList"/>
    <dgm:cxn modelId="{D9399EEF-8A13-4B2C-8997-848279FB53B9}" type="presParOf" srcId="{2EBF4C00-5734-4D20-948F-BC6A48BFCFAC}" destId="{0F33CA2A-33F5-428D-A488-D89E561F257B}" srcOrd="1" destOrd="0" presId="urn:microsoft.com/office/officeart/2018/2/layout/IconLabelList"/>
    <dgm:cxn modelId="{B2E1C17B-FBB5-41E6-8BBF-C512050F4AC9}" type="presParOf" srcId="{2EBF4C00-5734-4D20-948F-BC6A48BFCFAC}" destId="{5CFF9865-279B-49C0-BA58-A9EE5826002B}" srcOrd="2" destOrd="0" presId="urn:microsoft.com/office/officeart/2018/2/layout/IconLabelList"/>
    <dgm:cxn modelId="{B7BF15A0-C3DB-4299-9352-702283F55830}" type="presParOf" srcId="{2300A943-83C6-4B46-BB39-89B798E43031}" destId="{1AA2F6A8-6DF0-4BE5-AFAE-37A720519374}" srcOrd="9" destOrd="0" presId="urn:microsoft.com/office/officeart/2018/2/layout/IconLabelList"/>
    <dgm:cxn modelId="{E366DD61-E407-43BF-9817-A2A6CC088DB5}" type="presParOf" srcId="{2300A943-83C6-4B46-BB39-89B798E43031}" destId="{34F127DF-05DC-4602-B64E-AB17D95EB4FB}" srcOrd="10" destOrd="0" presId="urn:microsoft.com/office/officeart/2018/2/layout/IconLabelList"/>
    <dgm:cxn modelId="{77AAF58F-D510-4345-A2B2-F41198CFE677}" type="presParOf" srcId="{34F127DF-05DC-4602-B64E-AB17D95EB4FB}" destId="{43994830-9FDE-43B9-B627-EA0A0006C65D}" srcOrd="0" destOrd="0" presId="urn:microsoft.com/office/officeart/2018/2/layout/IconLabelList"/>
    <dgm:cxn modelId="{849FE005-93B3-40FF-8F9A-F725ABD7289B}" type="presParOf" srcId="{34F127DF-05DC-4602-B64E-AB17D95EB4FB}" destId="{6C294A9A-7C17-4F11-820A-28A3163AB5EB}" srcOrd="1" destOrd="0" presId="urn:microsoft.com/office/officeart/2018/2/layout/IconLabelList"/>
    <dgm:cxn modelId="{A19E8A90-F81C-4655-9010-8ACD7B103782}" type="presParOf" srcId="{34F127DF-05DC-4602-B64E-AB17D95EB4FB}" destId="{7AA7589B-6239-49C1-8435-52E79524DE52}" srcOrd="2" destOrd="0" presId="urn:microsoft.com/office/officeart/2018/2/layout/IconLabelList"/>
    <dgm:cxn modelId="{F4D0B028-4346-4230-97AA-3C6F2399BA26}" type="presParOf" srcId="{2300A943-83C6-4B46-BB39-89B798E43031}" destId="{CC98C02A-E7C1-460C-B4C9-B8D07D9183D6}" srcOrd="11" destOrd="0" presId="urn:microsoft.com/office/officeart/2018/2/layout/IconLabelList"/>
    <dgm:cxn modelId="{1D2C354A-76DC-491D-BC1B-D7F1B6D5559A}" type="presParOf" srcId="{2300A943-83C6-4B46-BB39-89B798E43031}" destId="{73897869-3DB0-4888-992C-A9F99656284B}" srcOrd="12" destOrd="0" presId="urn:microsoft.com/office/officeart/2018/2/layout/IconLabelList"/>
    <dgm:cxn modelId="{FF69C077-B97F-49C6-AD42-57FCA8FB55AA}" type="presParOf" srcId="{73897869-3DB0-4888-992C-A9F99656284B}" destId="{1CEAA04B-67F4-4F47-8725-1DD1EDE6CBFB}" srcOrd="0" destOrd="0" presId="urn:microsoft.com/office/officeart/2018/2/layout/IconLabelList"/>
    <dgm:cxn modelId="{237236F9-FADF-4312-8DBA-AB8F68A6F4A5}" type="presParOf" srcId="{73897869-3DB0-4888-992C-A9F99656284B}" destId="{1B788B9A-FAD7-4A0A-B61F-52A3A97BDC80}" srcOrd="1" destOrd="0" presId="urn:microsoft.com/office/officeart/2018/2/layout/IconLabelList"/>
    <dgm:cxn modelId="{3F4464EC-9E4D-4289-8F66-FF822EDED0A4}" type="presParOf" srcId="{73897869-3DB0-4888-992C-A9F99656284B}" destId="{CB18BF69-03BE-48BA-BD1E-99090DDBC384}" srcOrd="2" destOrd="0" presId="urn:microsoft.com/office/officeart/2018/2/layout/IconLabelList"/>
    <dgm:cxn modelId="{03F3B562-F337-4F3B-9554-A7A34228A282}" type="presParOf" srcId="{2300A943-83C6-4B46-BB39-89B798E43031}" destId="{2E2B2AA3-27F8-4B26-B904-9391FB3470A5}" srcOrd="13" destOrd="0" presId="urn:microsoft.com/office/officeart/2018/2/layout/IconLabelList"/>
    <dgm:cxn modelId="{2A61A29A-ADF5-4827-981B-F3C9BA0320F6}" type="presParOf" srcId="{2300A943-83C6-4B46-BB39-89B798E43031}" destId="{D2981F67-9208-48AC-9BDF-85A55B3155DA}" srcOrd="14" destOrd="0" presId="urn:microsoft.com/office/officeart/2018/2/layout/IconLabelList"/>
    <dgm:cxn modelId="{F2BC5843-BD7F-4818-800B-C4D81FE5B0A7}" type="presParOf" srcId="{D2981F67-9208-48AC-9BDF-85A55B3155DA}" destId="{CDDFDC93-5ABC-4814-8AE8-3AE3B839537D}" srcOrd="0" destOrd="0" presId="urn:microsoft.com/office/officeart/2018/2/layout/IconLabelList"/>
    <dgm:cxn modelId="{5D388B37-768D-441E-A27E-015496138632}" type="presParOf" srcId="{D2981F67-9208-48AC-9BDF-85A55B3155DA}" destId="{F348B798-7466-4157-9024-0C6BD84AA2B7}" srcOrd="1" destOrd="0" presId="urn:microsoft.com/office/officeart/2018/2/layout/IconLabelList"/>
    <dgm:cxn modelId="{98470AF5-2793-4278-86A1-C42CDEEF9EEB}" type="presParOf" srcId="{D2981F67-9208-48AC-9BDF-85A55B3155DA}" destId="{82E210B9-856E-4634-879C-34831BB3C91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9AF2316-5DF3-4EF1-B620-92A0E598B45E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CC684AD-2B91-4911-8604-B77B1A67BFDB}">
      <dgm:prSet/>
      <dgm:spPr/>
      <dgm:t>
        <a:bodyPr/>
        <a:lstStyle/>
        <a:p>
          <a:r>
            <a:rPr lang="fr-FR"/>
            <a:t>PHASE 1: COLLECTE</a:t>
          </a:r>
          <a:endParaRPr lang="en-US"/>
        </a:p>
      </dgm:t>
    </dgm:pt>
    <dgm:pt modelId="{E184F2FB-CABB-455B-9EF1-650DB28CED77}" type="parTrans" cxnId="{5CDC424D-2A10-412A-844F-B523E3A0DE52}">
      <dgm:prSet/>
      <dgm:spPr/>
      <dgm:t>
        <a:bodyPr/>
        <a:lstStyle/>
        <a:p>
          <a:endParaRPr lang="en-US"/>
        </a:p>
      </dgm:t>
    </dgm:pt>
    <dgm:pt modelId="{5A922BD3-D395-45D1-8DA5-AE687DFF5263}" type="sibTrans" cxnId="{5CDC424D-2A10-412A-844F-B523E3A0DE52}">
      <dgm:prSet/>
      <dgm:spPr/>
      <dgm:t>
        <a:bodyPr/>
        <a:lstStyle/>
        <a:p>
          <a:endParaRPr lang="en-US"/>
        </a:p>
      </dgm:t>
    </dgm:pt>
    <dgm:pt modelId="{DDA85FE8-848F-4063-8CF0-FA969B2E1C7F}">
      <dgm:prSet/>
      <dgm:spPr/>
      <dgm:t>
        <a:bodyPr/>
        <a:lstStyle/>
        <a:p>
          <a:r>
            <a:rPr lang="fr-FR"/>
            <a:t>Script PowerShell automatise</a:t>
          </a:r>
          <a:endParaRPr lang="en-US"/>
        </a:p>
      </dgm:t>
    </dgm:pt>
    <dgm:pt modelId="{A4C74C13-B791-483F-A756-D2091DE85B08}" type="parTrans" cxnId="{14CF3F7B-CFC6-4747-8B17-683B3D76F3A0}">
      <dgm:prSet/>
      <dgm:spPr/>
      <dgm:t>
        <a:bodyPr/>
        <a:lstStyle/>
        <a:p>
          <a:endParaRPr lang="en-US"/>
        </a:p>
      </dgm:t>
    </dgm:pt>
    <dgm:pt modelId="{332B111C-4ABC-4F85-BDE0-371462CD6FE8}" type="sibTrans" cxnId="{14CF3F7B-CFC6-4747-8B17-683B3D76F3A0}">
      <dgm:prSet/>
      <dgm:spPr/>
      <dgm:t>
        <a:bodyPr/>
        <a:lstStyle/>
        <a:p>
          <a:endParaRPr lang="en-US"/>
        </a:p>
      </dgm:t>
    </dgm:pt>
    <dgm:pt modelId="{157A8341-F6A0-4037-AA39-20E490F6E7D4}">
      <dgm:prSet/>
      <dgm:spPr/>
      <dgm:t>
        <a:bodyPr/>
        <a:lstStyle/>
        <a:p>
          <a:r>
            <a:rPr lang="fr-FR"/>
            <a:t>50+ verifications securite</a:t>
          </a:r>
          <a:endParaRPr lang="en-US"/>
        </a:p>
      </dgm:t>
    </dgm:pt>
    <dgm:pt modelId="{7FF2ED95-5DEF-47BE-BA7A-97F5816A66C0}" type="parTrans" cxnId="{4B8F981D-7D6A-454A-BCF5-443F12B6D979}">
      <dgm:prSet/>
      <dgm:spPr/>
      <dgm:t>
        <a:bodyPr/>
        <a:lstStyle/>
        <a:p>
          <a:endParaRPr lang="en-US"/>
        </a:p>
      </dgm:t>
    </dgm:pt>
    <dgm:pt modelId="{7452D04C-C208-42B3-9573-441A7C479D85}" type="sibTrans" cxnId="{4B8F981D-7D6A-454A-BCF5-443F12B6D979}">
      <dgm:prSet/>
      <dgm:spPr/>
      <dgm:t>
        <a:bodyPr/>
        <a:lstStyle/>
        <a:p>
          <a:endParaRPr lang="en-US"/>
        </a:p>
      </dgm:t>
    </dgm:pt>
    <dgm:pt modelId="{626B0F7F-849A-4FC6-85FB-417716990C09}">
      <dgm:prSet/>
      <dgm:spPr/>
      <dgm:t>
        <a:bodyPr/>
        <a:lstStyle/>
        <a:p>
          <a:r>
            <a:rPr lang="fr-FR"/>
            <a:t>PHASE 2: ANALYSE</a:t>
          </a:r>
          <a:endParaRPr lang="en-US"/>
        </a:p>
      </dgm:t>
    </dgm:pt>
    <dgm:pt modelId="{1C7B5D87-0260-423E-9820-88EC417964F1}" type="parTrans" cxnId="{1B531515-E98A-42D2-996C-EDF982BB0767}">
      <dgm:prSet/>
      <dgm:spPr/>
      <dgm:t>
        <a:bodyPr/>
        <a:lstStyle/>
        <a:p>
          <a:endParaRPr lang="en-US"/>
        </a:p>
      </dgm:t>
    </dgm:pt>
    <dgm:pt modelId="{9E008055-57C2-4942-A9EC-3E258BC9D37D}" type="sibTrans" cxnId="{1B531515-E98A-42D2-996C-EDF982BB0767}">
      <dgm:prSet/>
      <dgm:spPr/>
      <dgm:t>
        <a:bodyPr/>
        <a:lstStyle/>
        <a:p>
          <a:endParaRPr lang="en-US"/>
        </a:p>
      </dgm:t>
    </dgm:pt>
    <dgm:pt modelId="{694CF0A9-CD6B-4666-8819-EDC7EA018AB3}">
      <dgm:prSet/>
      <dgm:spPr/>
      <dgm:t>
        <a:bodyPr/>
        <a:lstStyle/>
        <a:p>
          <a:r>
            <a:rPr lang="fr-FR"/>
            <a:t>Classification severite</a:t>
          </a:r>
          <a:endParaRPr lang="en-US"/>
        </a:p>
      </dgm:t>
    </dgm:pt>
    <dgm:pt modelId="{BA5730CD-1EA3-4DE2-957E-4A251CC33076}" type="parTrans" cxnId="{D2E440C4-8E4B-4423-B4B9-0819F042FD2E}">
      <dgm:prSet/>
      <dgm:spPr/>
      <dgm:t>
        <a:bodyPr/>
        <a:lstStyle/>
        <a:p>
          <a:endParaRPr lang="en-US"/>
        </a:p>
      </dgm:t>
    </dgm:pt>
    <dgm:pt modelId="{983B5C4F-DFD9-405A-8CE1-F57626AE867F}" type="sibTrans" cxnId="{D2E440C4-8E4B-4423-B4B9-0819F042FD2E}">
      <dgm:prSet/>
      <dgm:spPr/>
      <dgm:t>
        <a:bodyPr/>
        <a:lstStyle/>
        <a:p>
          <a:endParaRPr lang="en-US"/>
        </a:p>
      </dgm:t>
    </dgm:pt>
    <dgm:pt modelId="{A5AC12B3-CD4A-4C8B-B04A-20F9A4F61E85}">
      <dgm:prSet/>
      <dgm:spPr/>
      <dgm:t>
        <a:bodyPr/>
        <a:lstStyle/>
        <a:p>
          <a:r>
            <a:rPr lang="fr-FR"/>
            <a:t>Scoring ANSSI/CIS</a:t>
          </a:r>
          <a:endParaRPr lang="en-US"/>
        </a:p>
      </dgm:t>
    </dgm:pt>
    <dgm:pt modelId="{CD6AEA22-169D-4550-BD1E-EA91ABD187C1}" type="parTrans" cxnId="{2E178092-92E4-486D-BDD3-B9AA22C79832}">
      <dgm:prSet/>
      <dgm:spPr/>
      <dgm:t>
        <a:bodyPr/>
        <a:lstStyle/>
        <a:p>
          <a:endParaRPr lang="en-US"/>
        </a:p>
      </dgm:t>
    </dgm:pt>
    <dgm:pt modelId="{AF4AD64E-C7A9-45E4-B2D6-071EF87839D2}" type="sibTrans" cxnId="{2E178092-92E4-486D-BDD3-B9AA22C79832}">
      <dgm:prSet/>
      <dgm:spPr/>
      <dgm:t>
        <a:bodyPr/>
        <a:lstStyle/>
        <a:p>
          <a:endParaRPr lang="en-US"/>
        </a:p>
      </dgm:t>
    </dgm:pt>
    <dgm:pt modelId="{10C437D8-9E0A-49B1-8E1F-74E08E1D7AE3}">
      <dgm:prSet/>
      <dgm:spPr/>
      <dgm:t>
        <a:bodyPr/>
        <a:lstStyle/>
        <a:p>
          <a:r>
            <a:rPr lang="fr-FR"/>
            <a:t>PHASE 3: RECOMMANDATIONS</a:t>
          </a:r>
          <a:endParaRPr lang="en-US"/>
        </a:p>
      </dgm:t>
    </dgm:pt>
    <dgm:pt modelId="{9CB5134C-2844-4C31-BBDE-0BC9FE7EA0D0}" type="parTrans" cxnId="{4CC8D001-1AED-45FF-91EE-0F8C675BBAFC}">
      <dgm:prSet/>
      <dgm:spPr/>
      <dgm:t>
        <a:bodyPr/>
        <a:lstStyle/>
        <a:p>
          <a:endParaRPr lang="en-US"/>
        </a:p>
      </dgm:t>
    </dgm:pt>
    <dgm:pt modelId="{B05F3D5A-1691-4745-98CC-22B23E997E5C}" type="sibTrans" cxnId="{4CC8D001-1AED-45FF-91EE-0F8C675BBAFC}">
      <dgm:prSet/>
      <dgm:spPr/>
      <dgm:t>
        <a:bodyPr/>
        <a:lstStyle/>
        <a:p>
          <a:endParaRPr lang="en-US"/>
        </a:p>
      </dgm:t>
    </dgm:pt>
    <dgm:pt modelId="{FC7286FC-76CC-4CBE-9550-7AFDFF5B2F4A}">
      <dgm:prSet/>
      <dgm:spPr/>
      <dgm:t>
        <a:bodyPr/>
        <a:lstStyle/>
        <a:p>
          <a:r>
            <a:rPr lang="fr-FR"/>
            <a:t>Remediation et Documentation</a:t>
          </a:r>
          <a:endParaRPr lang="en-US"/>
        </a:p>
      </dgm:t>
    </dgm:pt>
    <dgm:pt modelId="{47FECBF6-C180-476C-97B1-65D316B65F20}" type="parTrans" cxnId="{E210BEAC-058B-4E2A-AACA-9B7CEFBB84D9}">
      <dgm:prSet/>
      <dgm:spPr/>
      <dgm:t>
        <a:bodyPr/>
        <a:lstStyle/>
        <a:p>
          <a:endParaRPr lang="en-US"/>
        </a:p>
      </dgm:t>
    </dgm:pt>
    <dgm:pt modelId="{0E057C1D-04AE-43DB-B578-09B48CE60BB4}" type="sibTrans" cxnId="{E210BEAC-058B-4E2A-AACA-9B7CEFBB84D9}">
      <dgm:prSet/>
      <dgm:spPr/>
      <dgm:t>
        <a:bodyPr/>
        <a:lstStyle/>
        <a:p>
          <a:endParaRPr lang="en-US"/>
        </a:p>
      </dgm:t>
    </dgm:pt>
    <dgm:pt modelId="{1D497CB4-D4F8-49C6-A53D-5CD62F7E5A21}" type="pres">
      <dgm:prSet presAssocID="{79AF2316-5DF3-4EF1-B620-92A0E598B45E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7F292A0-E789-4DCD-9F7A-DA73C27069EA}" type="pres">
      <dgm:prSet presAssocID="{5CC684AD-2B91-4911-8604-B77B1A67BFDB}" presName="hierRoot1" presStyleCnt="0"/>
      <dgm:spPr/>
    </dgm:pt>
    <dgm:pt modelId="{CC8B52BE-9C5B-4D7C-8992-6726DC002766}" type="pres">
      <dgm:prSet presAssocID="{5CC684AD-2B91-4911-8604-B77B1A67BFDB}" presName="composite" presStyleCnt="0"/>
      <dgm:spPr/>
    </dgm:pt>
    <dgm:pt modelId="{E2C47193-5070-41CB-BE18-2DFA35D26204}" type="pres">
      <dgm:prSet presAssocID="{5CC684AD-2B91-4911-8604-B77B1A67BFDB}" presName="background" presStyleLbl="node0" presStyleIdx="0" presStyleCnt="8"/>
      <dgm:spPr/>
    </dgm:pt>
    <dgm:pt modelId="{60D3F8FD-2E58-4A1D-9E36-F897E227A752}" type="pres">
      <dgm:prSet presAssocID="{5CC684AD-2B91-4911-8604-B77B1A67BFDB}" presName="text" presStyleLbl="fgAcc0" presStyleIdx="0" presStyleCnt="8">
        <dgm:presLayoutVars>
          <dgm:chPref val="3"/>
        </dgm:presLayoutVars>
      </dgm:prSet>
      <dgm:spPr/>
    </dgm:pt>
    <dgm:pt modelId="{57254A03-C6F8-4A4F-8205-76F96387C14E}" type="pres">
      <dgm:prSet presAssocID="{5CC684AD-2B91-4911-8604-B77B1A67BFDB}" presName="hierChild2" presStyleCnt="0"/>
      <dgm:spPr/>
    </dgm:pt>
    <dgm:pt modelId="{C3F81EA7-ED32-4E3F-B9AD-73AD1896333D}" type="pres">
      <dgm:prSet presAssocID="{DDA85FE8-848F-4063-8CF0-FA969B2E1C7F}" presName="hierRoot1" presStyleCnt="0"/>
      <dgm:spPr/>
    </dgm:pt>
    <dgm:pt modelId="{B091A82A-E0C3-42B5-8980-A8808D67E6CF}" type="pres">
      <dgm:prSet presAssocID="{DDA85FE8-848F-4063-8CF0-FA969B2E1C7F}" presName="composite" presStyleCnt="0"/>
      <dgm:spPr/>
    </dgm:pt>
    <dgm:pt modelId="{EE0D5063-422A-4C3E-BE20-6460D15C07F9}" type="pres">
      <dgm:prSet presAssocID="{DDA85FE8-848F-4063-8CF0-FA969B2E1C7F}" presName="background" presStyleLbl="node0" presStyleIdx="1" presStyleCnt="8"/>
      <dgm:spPr/>
    </dgm:pt>
    <dgm:pt modelId="{E287EE5D-31E7-4199-9ED7-0E03AB7ECF88}" type="pres">
      <dgm:prSet presAssocID="{DDA85FE8-848F-4063-8CF0-FA969B2E1C7F}" presName="text" presStyleLbl="fgAcc0" presStyleIdx="1" presStyleCnt="8">
        <dgm:presLayoutVars>
          <dgm:chPref val="3"/>
        </dgm:presLayoutVars>
      </dgm:prSet>
      <dgm:spPr/>
    </dgm:pt>
    <dgm:pt modelId="{32C97049-8CC4-4E8E-BAE6-0F07536A524A}" type="pres">
      <dgm:prSet presAssocID="{DDA85FE8-848F-4063-8CF0-FA969B2E1C7F}" presName="hierChild2" presStyleCnt="0"/>
      <dgm:spPr/>
    </dgm:pt>
    <dgm:pt modelId="{FD681091-CDA5-47B5-8692-AC1325C3ECA9}" type="pres">
      <dgm:prSet presAssocID="{157A8341-F6A0-4037-AA39-20E490F6E7D4}" presName="hierRoot1" presStyleCnt="0"/>
      <dgm:spPr/>
    </dgm:pt>
    <dgm:pt modelId="{E4659DBE-C1A8-491A-ACD5-03CD9BCA7C6B}" type="pres">
      <dgm:prSet presAssocID="{157A8341-F6A0-4037-AA39-20E490F6E7D4}" presName="composite" presStyleCnt="0"/>
      <dgm:spPr/>
    </dgm:pt>
    <dgm:pt modelId="{B793705B-979F-42B2-85E4-4FEB451F51A0}" type="pres">
      <dgm:prSet presAssocID="{157A8341-F6A0-4037-AA39-20E490F6E7D4}" presName="background" presStyleLbl="node0" presStyleIdx="2" presStyleCnt="8"/>
      <dgm:spPr/>
    </dgm:pt>
    <dgm:pt modelId="{7BCD3B02-B163-485F-AE64-30BFAB1CEAD8}" type="pres">
      <dgm:prSet presAssocID="{157A8341-F6A0-4037-AA39-20E490F6E7D4}" presName="text" presStyleLbl="fgAcc0" presStyleIdx="2" presStyleCnt="8">
        <dgm:presLayoutVars>
          <dgm:chPref val="3"/>
        </dgm:presLayoutVars>
      </dgm:prSet>
      <dgm:spPr/>
    </dgm:pt>
    <dgm:pt modelId="{C7C9A42A-CD56-4570-AFF0-65905E99712D}" type="pres">
      <dgm:prSet presAssocID="{157A8341-F6A0-4037-AA39-20E490F6E7D4}" presName="hierChild2" presStyleCnt="0"/>
      <dgm:spPr/>
    </dgm:pt>
    <dgm:pt modelId="{E878D6A4-2C11-41BD-B5ED-17578C016809}" type="pres">
      <dgm:prSet presAssocID="{626B0F7F-849A-4FC6-85FB-417716990C09}" presName="hierRoot1" presStyleCnt="0"/>
      <dgm:spPr/>
    </dgm:pt>
    <dgm:pt modelId="{BDE7B970-C578-460E-8F38-4F86E4353773}" type="pres">
      <dgm:prSet presAssocID="{626B0F7F-849A-4FC6-85FB-417716990C09}" presName="composite" presStyleCnt="0"/>
      <dgm:spPr/>
    </dgm:pt>
    <dgm:pt modelId="{7391872D-820F-4965-9BB7-2580670A1AE0}" type="pres">
      <dgm:prSet presAssocID="{626B0F7F-849A-4FC6-85FB-417716990C09}" presName="background" presStyleLbl="node0" presStyleIdx="3" presStyleCnt="8"/>
      <dgm:spPr/>
    </dgm:pt>
    <dgm:pt modelId="{3C50FD4F-C268-47F7-B399-D24418B745FD}" type="pres">
      <dgm:prSet presAssocID="{626B0F7F-849A-4FC6-85FB-417716990C09}" presName="text" presStyleLbl="fgAcc0" presStyleIdx="3" presStyleCnt="8">
        <dgm:presLayoutVars>
          <dgm:chPref val="3"/>
        </dgm:presLayoutVars>
      </dgm:prSet>
      <dgm:spPr/>
    </dgm:pt>
    <dgm:pt modelId="{4062640C-9EEE-4708-867C-8F74DE4632CE}" type="pres">
      <dgm:prSet presAssocID="{626B0F7F-849A-4FC6-85FB-417716990C09}" presName="hierChild2" presStyleCnt="0"/>
      <dgm:spPr/>
    </dgm:pt>
    <dgm:pt modelId="{F5D788C3-C3CC-4434-9122-8E160A2BA8DA}" type="pres">
      <dgm:prSet presAssocID="{694CF0A9-CD6B-4666-8819-EDC7EA018AB3}" presName="hierRoot1" presStyleCnt="0"/>
      <dgm:spPr/>
    </dgm:pt>
    <dgm:pt modelId="{70419DCD-B1EF-459D-8788-44B305F5A969}" type="pres">
      <dgm:prSet presAssocID="{694CF0A9-CD6B-4666-8819-EDC7EA018AB3}" presName="composite" presStyleCnt="0"/>
      <dgm:spPr/>
    </dgm:pt>
    <dgm:pt modelId="{BC5027F9-08D3-428A-86A6-7D32DFE6200A}" type="pres">
      <dgm:prSet presAssocID="{694CF0A9-CD6B-4666-8819-EDC7EA018AB3}" presName="background" presStyleLbl="node0" presStyleIdx="4" presStyleCnt="8"/>
      <dgm:spPr/>
    </dgm:pt>
    <dgm:pt modelId="{68985FFD-31CB-4E85-9389-CA47147CC9F9}" type="pres">
      <dgm:prSet presAssocID="{694CF0A9-CD6B-4666-8819-EDC7EA018AB3}" presName="text" presStyleLbl="fgAcc0" presStyleIdx="4" presStyleCnt="8">
        <dgm:presLayoutVars>
          <dgm:chPref val="3"/>
        </dgm:presLayoutVars>
      </dgm:prSet>
      <dgm:spPr/>
    </dgm:pt>
    <dgm:pt modelId="{6F41695C-E355-4CB2-95B7-425C34B3FE60}" type="pres">
      <dgm:prSet presAssocID="{694CF0A9-CD6B-4666-8819-EDC7EA018AB3}" presName="hierChild2" presStyleCnt="0"/>
      <dgm:spPr/>
    </dgm:pt>
    <dgm:pt modelId="{4E592E4B-BD2E-400A-90BF-70768EE8CFF9}" type="pres">
      <dgm:prSet presAssocID="{A5AC12B3-CD4A-4C8B-B04A-20F9A4F61E85}" presName="hierRoot1" presStyleCnt="0"/>
      <dgm:spPr/>
    </dgm:pt>
    <dgm:pt modelId="{26B483D6-8C02-4E25-A7BA-C87DDCED087A}" type="pres">
      <dgm:prSet presAssocID="{A5AC12B3-CD4A-4C8B-B04A-20F9A4F61E85}" presName="composite" presStyleCnt="0"/>
      <dgm:spPr/>
    </dgm:pt>
    <dgm:pt modelId="{F1E1DC2D-7723-4290-9A05-2D2D13178478}" type="pres">
      <dgm:prSet presAssocID="{A5AC12B3-CD4A-4C8B-B04A-20F9A4F61E85}" presName="background" presStyleLbl="node0" presStyleIdx="5" presStyleCnt="8"/>
      <dgm:spPr/>
    </dgm:pt>
    <dgm:pt modelId="{22B5A32A-31A5-413E-AE24-D1E94FF7BFEF}" type="pres">
      <dgm:prSet presAssocID="{A5AC12B3-CD4A-4C8B-B04A-20F9A4F61E85}" presName="text" presStyleLbl="fgAcc0" presStyleIdx="5" presStyleCnt="8">
        <dgm:presLayoutVars>
          <dgm:chPref val="3"/>
        </dgm:presLayoutVars>
      </dgm:prSet>
      <dgm:spPr/>
    </dgm:pt>
    <dgm:pt modelId="{18FE61D2-4996-4D08-B48A-D3075102146D}" type="pres">
      <dgm:prSet presAssocID="{A5AC12B3-CD4A-4C8B-B04A-20F9A4F61E85}" presName="hierChild2" presStyleCnt="0"/>
      <dgm:spPr/>
    </dgm:pt>
    <dgm:pt modelId="{645094CB-A0A9-41A9-A40C-EB17BDA5694B}" type="pres">
      <dgm:prSet presAssocID="{10C437D8-9E0A-49B1-8E1F-74E08E1D7AE3}" presName="hierRoot1" presStyleCnt="0"/>
      <dgm:spPr/>
    </dgm:pt>
    <dgm:pt modelId="{04063CE8-74C0-4606-8F93-30D517EE2BAC}" type="pres">
      <dgm:prSet presAssocID="{10C437D8-9E0A-49B1-8E1F-74E08E1D7AE3}" presName="composite" presStyleCnt="0"/>
      <dgm:spPr/>
    </dgm:pt>
    <dgm:pt modelId="{4F503BDE-C8CB-4A58-B42E-67C8A3ED14FB}" type="pres">
      <dgm:prSet presAssocID="{10C437D8-9E0A-49B1-8E1F-74E08E1D7AE3}" presName="background" presStyleLbl="node0" presStyleIdx="6" presStyleCnt="8"/>
      <dgm:spPr/>
    </dgm:pt>
    <dgm:pt modelId="{21A96352-506C-4D07-9CAC-A8DFA0D3ADD4}" type="pres">
      <dgm:prSet presAssocID="{10C437D8-9E0A-49B1-8E1F-74E08E1D7AE3}" presName="text" presStyleLbl="fgAcc0" presStyleIdx="6" presStyleCnt="8">
        <dgm:presLayoutVars>
          <dgm:chPref val="3"/>
        </dgm:presLayoutVars>
      </dgm:prSet>
      <dgm:spPr/>
    </dgm:pt>
    <dgm:pt modelId="{D5EA2EC5-F2A2-4ACA-80DC-64A50A48A0A4}" type="pres">
      <dgm:prSet presAssocID="{10C437D8-9E0A-49B1-8E1F-74E08E1D7AE3}" presName="hierChild2" presStyleCnt="0"/>
      <dgm:spPr/>
    </dgm:pt>
    <dgm:pt modelId="{5A4B74AC-441D-4F9B-BA25-E49E1062A9F2}" type="pres">
      <dgm:prSet presAssocID="{FC7286FC-76CC-4CBE-9550-7AFDFF5B2F4A}" presName="hierRoot1" presStyleCnt="0"/>
      <dgm:spPr/>
    </dgm:pt>
    <dgm:pt modelId="{75FEA675-B81E-48B8-8C12-855A46BB67D1}" type="pres">
      <dgm:prSet presAssocID="{FC7286FC-76CC-4CBE-9550-7AFDFF5B2F4A}" presName="composite" presStyleCnt="0"/>
      <dgm:spPr/>
    </dgm:pt>
    <dgm:pt modelId="{E729BA10-E656-49F0-A589-D59B2A73D10C}" type="pres">
      <dgm:prSet presAssocID="{FC7286FC-76CC-4CBE-9550-7AFDFF5B2F4A}" presName="background" presStyleLbl="node0" presStyleIdx="7" presStyleCnt="8"/>
      <dgm:spPr/>
    </dgm:pt>
    <dgm:pt modelId="{D61B5332-EF82-4770-A518-79F928485C9A}" type="pres">
      <dgm:prSet presAssocID="{FC7286FC-76CC-4CBE-9550-7AFDFF5B2F4A}" presName="text" presStyleLbl="fgAcc0" presStyleIdx="7" presStyleCnt="8">
        <dgm:presLayoutVars>
          <dgm:chPref val="3"/>
        </dgm:presLayoutVars>
      </dgm:prSet>
      <dgm:spPr/>
    </dgm:pt>
    <dgm:pt modelId="{5B780BA8-F06D-446E-8B8B-2DD882499D12}" type="pres">
      <dgm:prSet presAssocID="{FC7286FC-76CC-4CBE-9550-7AFDFF5B2F4A}" presName="hierChild2" presStyleCnt="0"/>
      <dgm:spPr/>
    </dgm:pt>
  </dgm:ptLst>
  <dgm:cxnLst>
    <dgm:cxn modelId="{4CC8D001-1AED-45FF-91EE-0F8C675BBAFC}" srcId="{79AF2316-5DF3-4EF1-B620-92A0E598B45E}" destId="{10C437D8-9E0A-49B1-8E1F-74E08E1D7AE3}" srcOrd="6" destOrd="0" parTransId="{9CB5134C-2844-4C31-BBDE-0BC9FE7EA0D0}" sibTransId="{B05F3D5A-1691-4745-98CC-22B23E997E5C}"/>
    <dgm:cxn modelId="{1B531515-E98A-42D2-996C-EDF982BB0767}" srcId="{79AF2316-5DF3-4EF1-B620-92A0E598B45E}" destId="{626B0F7F-849A-4FC6-85FB-417716990C09}" srcOrd="3" destOrd="0" parTransId="{1C7B5D87-0260-423E-9820-88EC417964F1}" sibTransId="{9E008055-57C2-4942-A9EC-3E258BC9D37D}"/>
    <dgm:cxn modelId="{4B8F981D-7D6A-454A-BCF5-443F12B6D979}" srcId="{79AF2316-5DF3-4EF1-B620-92A0E598B45E}" destId="{157A8341-F6A0-4037-AA39-20E490F6E7D4}" srcOrd="2" destOrd="0" parTransId="{7FF2ED95-5DEF-47BE-BA7A-97F5816A66C0}" sibTransId="{7452D04C-C208-42B3-9573-441A7C479D85}"/>
    <dgm:cxn modelId="{FE5BE420-6C3C-4A6D-958F-9A932384D3D8}" type="presOf" srcId="{694CF0A9-CD6B-4666-8819-EDC7EA018AB3}" destId="{68985FFD-31CB-4E85-9389-CA47147CC9F9}" srcOrd="0" destOrd="0" presId="urn:microsoft.com/office/officeart/2005/8/layout/hierarchy1"/>
    <dgm:cxn modelId="{519A8F2B-44FD-48D7-A9D9-8468E3470287}" type="presOf" srcId="{FC7286FC-76CC-4CBE-9550-7AFDFF5B2F4A}" destId="{D61B5332-EF82-4770-A518-79F928485C9A}" srcOrd="0" destOrd="0" presId="urn:microsoft.com/office/officeart/2005/8/layout/hierarchy1"/>
    <dgm:cxn modelId="{5D8C2B35-2CB2-443C-A996-B7D88FC41B28}" type="presOf" srcId="{A5AC12B3-CD4A-4C8B-B04A-20F9A4F61E85}" destId="{22B5A32A-31A5-413E-AE24-D1E94FF7BFEF}" srcOrd="0" destOrd="0" presId="urn:microsoft.com/office/officeart/2005/8/layout/hierarchy1"/>
    <dgm:cxn modelId="{384A1841-3E7B-4400-B9D1-6F901AE60434}" type="presOf" srcId="{157A8341-F6A0-4037-AA39-20E490F6E7D4}" destId="{7BCD3B02-B163-485F-AE64-30BFAB1CEAD8}" srcOrd="0" destOrd="0" presId="urn:microsoft.com/office/officeart/2005/8/layout/hierarchy1"/>
    <dgm:cxn modelId="{2FB0A143-A14B-4257-A6A6-661BD5A4A918}" type="presOf" srcId="{79AF2316-5DF3-4EF1-B620-92A0E598B45E}" destId="{1D497CB4-D4F8-49C6-A53D-5CD62F7E5A21}" srcOrd="0" destOrd="0" presId="urn:microsoft.com/office/officeart/2005/8/layout/hierarchy1"/>
    <dgm:cxn modelId="{5CDC424D-2A10-412A-844F-B523E3A0DE52}" srcId="{79AF2316-5DF3-4EF1-B620-92A0E598B45E}" destId="{5CC684AD-2B91-4911-8604-B77B1A67BFDB}" srcOrd="0" destOrd="0" parTransId="{E184F2FB-CABB-455B-9EF1-650DB28CED77}" sibTransId="{5A922BD3-D395-45D1-8DA5-AE687DFF5263}"/>
    <dgm:cxn modelId="{3CFE7878-9DE6-4A5C-B2E0-8D315BCC8546}" type="presOf" srcId="{626B0F7F-849A-4FC6-85FB-417716990C09}" destId="{3C50FD4F-C268-47F7-B399-D24418B745FD}" srcOrd="0" destOrd="0" presId="urn:microsoft.com/office/officeart/2005/8/layout/hierarchy1"/>
    <dgm:cxn modelId="{14CF3F7B-CFC6-4747-8B17-683B3D76F3A0}" srcId="{79AF2316-5DF3-4EF1-B620-92A0E598B45E}" destId="{DDA85FE8-848F-4063-8CF0-FA969B2E1C7F}" srcOrd="1" destOrd="0" parTransId="{A4C74C13-B791-483F-A756-D2091DE85B08}" sibTransId="{332B111C-4ABC-4F85-BDE0-371462CD6FE8}"/>
    <dgm:cxn modelId="{36C22A8E-AAFD-45E9-82BA-DC6F166E7300}" type="presOf" srcId="{10C437D8-9E0A-49B1-8E1F-74E08E1D7AE3}" destId="{21A96352-506C-4D07-9CAC-A8DFA0D3ADD4}" srcOrd="0" destOrd="0" presId="urn:microsoft.com/office/officeart/2005/8/layout/hierarchy1"/>
    <dgm:cxn modelId="{2E178092-92E4-486D-BDD3-B9AA22C79832}" srcId="{79AF2316-5DF3-4EF1-B620-92A0E598B45E}" destId="{A5AC12B3-CD4A-4C8B-B04A-20F9A4F61E85}" srcOrd="5" destOrd="0" parTransId="{CD6AEA22-169D-4550-BD1E-EA91ABD187C1}" sibTransId="{AF4AD64E-C7A9-45E4-B2D6-071EF87839D2}"/>
    <dgm:cxn modelId="{E210BEAC-058B-4E2A-AACA-9B7CEFBB84D9}" srcId="{79AF2316-5DF3-4EF1-B620-92A0E598B45E}" destId="{FC7286FC-76CC-4CBE-9550-7AFDFF5B2F4A}" srcOrd="7" destOrd="0" parTransId="{47FECBF6-C180-476C-97B1-65D316B65F20}" sibTransId="{0E057C1D-04AE-43DB-B578-09B48CE60BB4}"/>
    <dgm:cxn modelId="{D6333EB2-99D0-4778-9845-A84E5E21548D}" type="presOf" srcId="{5CC684AD-2B91-4911-8604-B77B1A67BFDB}" destId="{60D3F8FD-2E58-4A1D-9E36-F897E227A752}" srcOrd="0" destOrd="0" presId="urn:microsoft.com/office/officeart/2005/8/layout/hierarchy1"/>
    <dgm:cxn modelId="{D2E440C4-8E4B-4423-B4B9-0819F042FD2E}" srcId="{79AF2316-5DF3-4EF1-B620-92A0E598B45E}" destId="{694CF0A9-CD6B-4666-8819-EDC7EA018AB3}" srcOrd="4" destOrd="0" parTransId="{BA5730CD-1EA3-4DE2-957E-4A251CC33076}" sibTransId="{983B5C4F-DFD9-405A-8CE1-F57626AE867F}"/>
    <dgm:cxn modelId="{AA710FD2-D1F4-4B43-A64D-4EF73CADD55F}" type="presOf" srcId="{DDA85FE8-848F-4063-8CF0-FA969B2E1C7F}" destId="{E287EE5D-31E7-4199-9ED7-0E03AB7ECF88}" srcOrd="0" destOrd="0" presId="urn:microsoft.com/office/officeart/2005/8/layout/hierarchy1"/>
    <dgm:cxn modelId="{6CB812B8-C58E-4A07-A69E-AF32C598E9A5}" type="presParOf" srcId="{1D497CB4-D4F8-49C6-A53D-5CD62F7E5A21}" destId="{17F292A0-E789-4DCD-9F7A-DA73C27069EA}" srcOrd="0" destOrd="0" presId="urn:microsoft.com/office/officeart/2005/8/layout/hierarchy1"/>
    <dgm:cxn modelId="{74C4068A-89B0-4F7F-896D-77938AF28E68}" type="presParOf" srcId="{17F292A0-E789-4DCD-9F7A-DA73C27069EA}" destId="{CC8B52BE-9C5B-4D7C-8992-6726DC002766}" srcOrd="0" destOrd="0" presId="urn:microsoft.com/office/officeart/2005/8/layout/hierarchy1"/>
    <dgm:cxn modelId="{0908816B-766D-4962-A0D6-FDDE87D3C873}" type="presParOf" srcId="{CC8B52BE-9C5B-4D7C-8992-6726DC002766}" destId="{E2C47193-5070-41CB-BE18-2DFA35D26204}" srcOrd="0" destOrd="0" presId="urn:microsoft.com/office/officeart/2005/8/layout/hierarchy1"/>
    <dgm:cxn modelId="{37681BBB-8761-4968-8DE9-AE1C7EEB45AB}" type="presParOf" srcId="{CC8B52BE-9C5B-4D7C-8992-6726DC002766}" destId="{60D3F8FD-2E58-4A1D-9E36-F897E227A752}" srcOrd="1" destOrd="0" presId="urn:microsoft.com/office/officeart/2005/8/layout/hierarchy1"/>
    <dgm:cxn modelId="{D3F7192A-738E-4B2E-B269-A0F04F13AC25}" type="presParOf" srcId="{17F292A0-E789-4DCD-9F7A-DA73C27069EA}" destId="{57254A03-C6F8-4A4F-8205-76F96387C14E}" srcOrd="1" destOrd="0" presId="urn:microsoft.com/office/officeart/2005/8/layout/hierarchy1"/>
    <dgm:cxn modelId="{87176840-1ACB-45D9-859A-77E7D83F1604}" type="presParOf" srcId="{1D497CB4-D4F8-49C6-A53D-5CD62F7E5A21}" destId="{C3F81EA7-ED32-4E3F-B9AD-73AD1896333D}" srcOrd="1" destOrd="0" presId="urn:microsoft.com/office/officeart/2005/8/layout/hierarchy1"/>
    <dgm:cxn modelId="{1398C727-4652-4866-A84C-54FA83A0D540}" type="presParOf" srcId="{C3F81EA7-ED32-4E3F-B9AD-73AD1896333D}" destId="{B091A82A-E0C3-42B5-8980-A8808D67E6CF}" srcOrd="0" destOrd="0" presId="urn:microsoft.com/office/officeart/2005/8/layout/hierarchy1"/>
    <dgm:cxn modelId="{0DE87CC1-A75E-4954-AF8A-6A0999A3A03D}" type="presParOf" srcId="{B091A82A-E0C3-42B5-8980-A8808D67E6CF}" destId="{EE0D5063-422A-4C3E-BE20-6460D15C07F9}" srcOrd="0" destOrd="0" presId="urn:microsoft.com/office/officeart/2005/8/layout/hierarchy1"/>
    <dgm:cxn modelId="{51A404C8-5D02-4AB8-8437-0464C55041B6}" type="presParOf" srcId="{B091A82A-E0C3-42B5-8980-A8808D67E6CF}" destId="{E287EE5D-31E7-4199-9ED7-0E03AB7ECF88}" srcOrd="1" destOrd="0" presId="urn:microsoft.com/office/officeart/2005/8/layout/hierarchy1"/>
    <dgm:cxn modelId="{E7A4A6C0-C5AB-4850-B009-843011CB471A}" type="presParOf" srcId="{C3F81EA7-ED32-4E3F-B9AD-73AD1896333D}" destId="{32C97049-8CC4-4E8E-BAE6-0F07536A524A}" srcOrd="1" destOrd="0" presId="urn:microsoft.com/office/officeart/2005/8/layout/hierarchy1"/>
    <dgm:cxn modelId="{3C6846E3-556A-4339-8621-B4BD5878FBEF}" type="presParOf" srcId="{1D497CB4-D4F8-49C6-A53D-5CD62F7E5A21}" destId="{FD681091-CDA5-47B5-8692-AC1325C3ECA9}" srcOrd="2" destOrd="0" presId="urn:microsoft.com/office/officeart/2005/8/layout/hierarchy1"/>
    <dgm:cxn modelId="{E5CC6BCD-4F14-4D66-B78F-DACF24D59F98}" type="presParOf" srcId="{FD681091-CDA5-47B5-8692-AC1325C3ECA9}" destId="{E4659DBE-C1A8-491A-ACD5-03CD9BCA7C6B}" srcOrd="0" destOrd="0" presId="urn:microsoft.com/office/officeart/2005/8/layout/hierarchy1"/>
    <dgm:cxn modelId="{97C3B43A-0957-4797-A1EF-B465F8FD2D5C}" type="presParOf" srcId="{E4659DBE-C1A8-491A-ACD5-03CD9BCA7C6B}" destId="{B793705B-979F-42B2-85E4-4FEB451F51A0}" srcOrd="0" destOrd="0" presId="urn:microsoft.com/office/officeart/2005/8/layout/hierarchy1"/>
    <dgm:cxn modelId="{A14ED8EC-66B1-4E1A-96A2-60997AE012A9}" type="presParOf" srcId="{E4659DBE-C1A8-491A-ACD5-03CD9BCA7C6B}" destId="{7BCD3B02-B163-485F-AE64-30BFAB1CEAD8}" srcOrd="1" destOrd="0" presId="urn:microsoft.com/office/officeart/2005/8/layout/hierarchy1"/>
    <dgm:cxn modelId="{9F26A144-7E35-47A9-A714-AA7E1D7AD157}" type="presParOf" srcId="{FD681091-CDA5-47B5-8692-AC1325C3ECA9}" destId="{C7C9A42A-CD56-4570-AFF0-65905E99712D}" srcOrd="1" destOrd="0" presId="urn:microsoft.com/office/officeart/2005/8/layout/hierarchy1"/>
    <dgm:cxn modelId="{EF9BC183-518B-42AB-B604-E44636EF0C43}" type="presParOf" srcId="{1D497CB4-D4F8-49C6-A53D-5CD62F7E5A21}" destId="{E878D6A4-2C11-41BD-B5ED-17578C016809}" srcOrd="3" destOrd="0" presId="urn:microsoft.com/office/officeart/2005/8/layout/hierarchy1"/>
    <dgm:cxn modelId="{42940341-3FB6-4243-AFB4-CF82630A7048}" type="presParOf" srcId="{E878D6A4-2C11-41BD-B5ED-17578C016809}" destId="{BDE7B970-C578-460E-8F38-4F86E4353773}" srcOrd="0" destOrd="0" presId="urn:microsoft.com/office/officeart/2005/8/layout/hierarchy1"/>
    <dgm:cxn modelId="{9A26D216-86A9-4176-B947-0078B736E4D4}" type="presParOf" srcId="{BDE7B970-C578-460E-8F38-4F86E4353773}" destId="{7391872D-820F-4965-9BB7-2580670A1AE0}" srcOrd="0" destOrd="0" presId="urn:microsoft.com/office/officeart/2005/8/layout/hierarchy1"/>
    <dgm:cxn modelId="{EEC9C374-5F8B-4918-9106-0F8ED310BB9F}" type="presParOf" srcId="{BDE7B970-C578-460E-8F38-4F86E4353773}" destId="{3C50FD4F-C268-47F7-B399-D24418B745FD}" srcOrd="1" destOrd="0" presId="urn:microsoft.com/office/officeart/2005/8/layout/hierarchy1"/>
    <dgm:cxn modelId="{D154BAEC-EA41-433D-9529-93A34EEDE021}" type="presParOf" srcId="{E878D6A4-2C11-41BD-B5ED-17578C016809}" destId="{4062640C-9EEE-4708-867C-8F74DE4632CE}" srcOrd="1" destOrd="0" presId="urn:microsoft.com/office/officeart/2005/8/layout/hierarchy1"/>
    <dgm:cxn modelId="{2D0B7886-46E7-458C-BEF1-A644E3472CFA}" type="presParOf" srcId="{1D497CB4-D4F8-49C6-A53D-5CD62F7E5A21}" destId="{F5D788C3-C3CC-4434-9122-8E160A2BA8DA}" srcOrd="4" destOrd="0" presId="urn:microsoft.com/office/officeart/2005/8/layout/hierarchy1"/>
    <dgm:cxn modelId="{2E18A9C7-9BE5-4C88-BC6D-6E069B836F58}" type="presParOf" srcId="{F5D788C3-C3CC-4434-9122-8E160A2BA8DA}" destId="{70419DCD-B1EF-459D-8788-44B305F5A969}" srcOrd="0" destOrd="0" presId="urn:microsoft.com/office/officeart/2005/8/layout/hierarchy1"/>
    <dgm:cxn modelId="{E6DBD8D0-469D-4121-B4E9-97ABEC944E9F}" type="presParOf" srcId="{70419DCD-B1EF-459D-8788-44B305F5A969}" destId="{BC5027F9-08D3-428A-86A6-7D32DFE6200A}" srcOrd="0" destOrd="0" presId="urn:microsoft.com/office/officeart/2005/8/layout/hierarchy1"/>
    <dgm:cxn modelId="{862879BB-119B-419E-A0CB-7F151BD23336}" type="presParOf" srcId="{70419DCD-B1EF-459D-8788-44B305F5A969}" destId="{68985FFD-31CB-4E85-9389-CA47147CC9F9}" srcOrd="1" destOrd="0" presId="urn:microsoft.com/office/officeart/2005/8/layout/hierarchy1"/>
    <dgm:cxn modelId="{E1AB217B-149D-4FEF-A84C-2A80C0887A99}" type="presParOf" srcId="{F5D788C3-C3CC-4434-9122-8E160A2BA8DA}" destId="{6F41695C-E355-4CB2-95B7-425C34B3FE60}" srcOrd="1" destOrd="0" presId="urn:microsoft.com/office/officeart/2005/8/layout/hierarchy1"/>
    <dgm:cxn modelId="{FE9EBD41-6FF4-4DC6-A3B7-779E3299DC32}" type="presParOf" srcId="{1D497CB4-D4F8-49C6-A53D-5CD62F7E5A21}" destId="{4E592E4B-BD2E-400A-90BF-70768EE8CFF9}" srcOrd="5" destOrd="0" presId="urn:microsoft.com/office/officeart/2005/8/layout/hierarchy1"/>
    <dgm:cxn modelId="{F27046D6-7F54-4385-AB47-FBA3B210A544}" type="presParOf" srcId="{4E592E4B-BD2E-400A-90BF-70768EE8CFF9}" destId="{26B483D6-8C02-4E25-A7BA-C87DDCED087A}" srcOrd="0" destOrd="0" presId="urn:microsoft.com/office/officeart/2005/8/layout/hierarchy1"/>
    <dgm:cxn modelId="{1747D7A2-13E5-4EDB-8E16-92418475989F}" type="presParOf" srcId="{26B483D6-8C02-4E25-A7BA-C87DDCED087A}" destId="{F1E1DC2D-7723-4290-9A05-2D2D13178478}" srcOrd="0" destOrd="0" presId="urn:microsoft.com/office/officeart/2005/8/layout/hierarchy1"/>
    <dgm:cxn modelId="{C3150E06-C0D8-48E3-A110-229501997CA5}" type="presParOf" srcId="{26B483D6-8C02-4E25-A7BA-C87DDCED087A}" destId="{22B5A32A-31A5-413E-AE24-D1E94FF7BFEF}" srcOrd="1" destOrd="0" presId="urn:microsoft.com/office/officeart/2005/8/layout/hierarchy1"/>
    <dgm:cxn modelId="{A25C9305-11FA-47E9-8AB4-BC6C27BA5A23}" type="presParOf" srcId="{4E592E4B-BD2E-400A-90BF-70768EE8CFF9}" destId="{18FE61D2-4996-4D08-B48A-D3075102146D}" srcOrd="1" destOrd="0" presId="urn:microsoft.com/office/officeart/2005/8/layout/hierarchy1"/>
    <dgm:cxn modelId="{DBFD9C2D-AA28-4E6F-B693-32D9789ECB7D}" type="presParOf" srcId="{1D497CB4-D4F8-49C6-A53D-5CD62F7E5A21}" destId="{645094CB-A0A9-41A9-A40C-EB17BDA5694B}" srcOrd="6" destOrd="0" presId="urn:microsoft.com/office/officeart/2005/8/layout/hierarchy1"/>
    <dgm:cxn modelId="{3FA14210-72E1-411F-AF6D-16369CFADBA2}" type="presParOf" srcId="{645094CB-A0A9-41A9-A40C-EB17BDA5694B}" destId="{04063CE8-74C0-4606-8F93-30D517EE2BAC}" srcOrd="0" destOrd="0" presId="urn:microsoft.com/office/officeart/2005/8/layout/hierarchy1"/>
    <dgm:cxn modelId="{255E6041-BA44-4CBE-A9E6-A8F32488F153}" type="presParOf" srcId="{04063CE8-74C0-4606-8F93-30D517EE2BAC}" destId="{4F503BDE-C8CB-4A58-B42E-67C8A3ED14FB}" srcOrd="0" destOrd="0" presId="urn:microsoft.com/office/officeart/2005/8/layout/hierarchy1"/>
    <dgm:cxn modelId="{A0F80AC0-EED6-4F8C-BE4A-C9B3918F1AF0}" type="presParOf" srcId="{04063CE8-74C0-4606-8F93-30D517EE2BAC}" destId="{21A96352-506C-4D07-9CAC-A8DFA0D3ADD4}" srcOrd="1" destOrd="0" presId="urn:microsoft.com/office/officeart/2005/8/layout/hierarchy1"/>
    <dgm:cxn modelId="{4293CEBF-EF7D-491E-9979-01A2D4B234DE}" type="presParOf" srcId="{645094CB-A0A9-41A9-A40C-EB17BDA5694B}" destId="{D5EA2EC5-F2A2-4ACA-80DC-64A50A48A0A4}" srcOrd="1" destOrd="0" presId="urn:microsoft.com/office/officeart/2005/8/layout/hierarchy1"/>
    <dgm:cxn modelId="{68A52DD0-B89F-4E08-B9E1-A3215D2BAF87}" type="presParOf" srcId="{1D497CB4-D4F8-49C6-A53D-5CD62F7E5A21}" destId="{5A4B74AC-441D-4F9B-BA25-E49E1062A9F2}" srcOrd="7" destOrd="0" presId="urn:microsoft.com/office/officeart/2005/8/layout/hierarchy1"/>
    <dgm:cxn modelId="{BA4865C1-4229-4956-9C80-B2DFABE87682}" type="presParOf" srcId="{5A4B74AC-441D-4F9B-BA25-E49E1062A9F2}" destId="{75FEA675-B81E-48B8-8C12-855A46BB67D1}" srcOrd="0" destOrd="0" presId="urn:microsoft.com/office/officeart/2005/8/layout/hierarchy1"/>
    <dgm:cxn modelId="{6D0E9887-8900-402A-B383-E001AA2965C7}" type="presParOf" srcId="{75FEA675-B81E-48B8-8C12-855A46BB67D1}" destId="{E729BA10-E656-49F0-A589-D59B2A73D10C}" srcOrd="0" destOrd="0" presId="urn:microsoft.com/office/officeart/2005/8/layout/hierarchy1"/>
    <dgm:cxn modelId="{6AC105A5-7666-4456-BC3F-96586B3F3C38}" type="presParOf" srcId="{75FEA675-B81E-48B8-8C12-855A46BB67D1}" destId="{D61B5332-EF82-4770-A518-79F928485C9A}" srcOrd="1" destOrd="0" presId="urn:microsoft.com/office/officeart/2005/8/layout/hierarchy1"/>
    <dgm:cxn modelId="{8DDC619E-55D8-41E0-9893-788882D42393}" type="presParOf" srcId="{5A4B74AC-441D-4F9B-BA25-E49E1062A9F2}" destId="{5B780BA8-F06D-446E-8B8B-2DD882499D1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F4221E5-8BC0-48F7-A8A3-D795BA1BF1D2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0CBBA4F-0D4E-4C11-860F-96F8A71E2AED}">
      <dgm:prSet/>
      <dgm:spPr/>
      <dgm:t>
        <a:bodyPr/>
        <a:lstStyle/>
        <a:p>
          <a:r>
            <a:rPr lang="en-US" b="0" dirty="0"/>
            <a:t>SCORE DE SECURITE GLOBAL</a:t>
          </a:r>
        </a:p>
      </dgm:t>
    </dgm:pt>
    <dgm:pt modelId="{936CFD31-A898-434C-8DA9-925F40CCE5AF}" type="parTrans" cxnId="{607A8A0C-398F-4400-B27C-D5AF0ACA58A1}">
      <dgm:prSet/>
      <dgm:spPr/>
      <dgm:t>
        <a:bodyPr/>
        <a:lstStyle/>
        <a:p>
          <a:endParaRPr lang="en-US"/>
        </a:p>
      </dgm:t>
    </dgm:pt>
    <dgm:pt modelId="{148BDF28-32E5-4C4E-A837-65CCE9C2D354}" type="sibTrans" cxnId="{607A8A0C-398F-4400-B27C-D5AF0ACA58A1}">
      <dgm:prSet/>
      <dgm:spPr/>
      <dgm:t>
        <a:bodyPr/>
        <a:lstStyle/>
        <a:p>
          <a:endParaRPr lang="en-US"/>
        </a:p>
      </dgm:t>
    </dgm:pt>
    <dgm:pt modelId="{4B83901F-33CD-45B3-86F6-0C9F08F5B9AB}">
      <dgm:prSet/>
      <dgm:spPr/>
      <dgm:t>
        <a:bodyPr/>
        <a:lstStyle/>
        <a:p>
          <a:r>
            <a:rPr lang="en-US"/>
            <a:t>Niveau: FAIBLE</a:t>
          </a:r>
        </a:p>
      </dgm:t>
    </dgm:pt>
    <dgm:pt modelId="{2F4E859B-BB1A-4BDF-9289-03AC927A7153}" type="parTrans" cxnId="{70555744-28ED-49BD-8183-483BF28D4729}">
      <dgm:prSet/>
      <dgm:spPr/>
      <dgm:t>
        <a:bodyPr/>
        <a:lstStyle/>
        <a:p>
          <a:endParaRPr lang="en-US"/>
        </a:p>
      </dgm:t>
    </dgm:pt>
    <dgm:pt modelId="{73F91BCE-33E7-4A33-93EE-AFFC8D4CC7FC}" type="sibTrans" cxnId="{70555744-28ED-49BD-8183-483BF28D4729}">
      <dgm:prSet/>
      <dgm:spPr/>
      <dgm:t>
        <a:bodyPr/>
        <a:lstStyle/>
        <a:p>
          <a:endParaRPr lang="en-US"/>
        </a:p>
      </dgm:t>
    </dgm:pt>
    <dgm:pt modelId="{74D27B47-546A-4A10-B440-4A7020FC0FF3}">
      <dgm:prSet/>
      <dgm:spPr/>
      <dgm:t>
        <a:bodyPr/>
        <a:lstStyle/>
        <a:p>
          <a:r>
            <a:rPr lang="en-US"/>
            <a:t>Points: 42/100</a:t>
          </a:r>
        </a:p>
      </dgm:t>
    </dgm:pt>
    <dgm:pt modelId="{2BD9C4AA-E011-4707-A1F9-EF7D620ADA6A}" type="parTrans" cxnId="{18CF5C43-5FB0-455D-88CA-4289245C9747}">
      <dgm:prSet/>
      <dgm:spPr/>
      <dgm:t>
        <a:bodyPr/>
        <a:lstStyle/>
        <a:p>
          <a:endParaRPr lang="en-US"/>
        </a:p>
      </dgm:t>
    </dgm:pt>
    <dgm:pt modelId="{2F2A08C8-C9DD-442D-A818-BAC76D29389B}" type="sibTrans" cxnId="{18CF5C43-5FB0-455D-88CA-4289245C9747}">
      <dgm:prSet/>
      <dgm:spPr/>
      <dgm:t>
        <a:bodyPr/>
        <a:lstStyle/>
        <a:p>
          <a:endParaRPr lang="en-US"/>
        </a:p>
      </dgm:t>
    </dgm:pt>
    <dgm:pt modelId="{6C7D3A16-2318-4FA2-BAAB-C2586D8EBDD7}">
      <dgm:prSet/>
      <dgm:spPr/>
      <dgm:t>
        <a:bodyPr/>
        <a:lstStyle/>
        <a:p>
          <a:r>
            <a:rPr lang="en-US"/>
            <a:t>Amelioration: 58 points</a:t>
          </a:r>
        </a:p>
      </dgm:t>
    </dgm:pt>
    <dgm:pt modelId="{F86245D5-67B3-43C2-B7D5-FB4F3E748367}" type="parTrans" cxnId="{61695223-7B6E-4123-94C8-927AE0DBEA1A}">
      <dgm:prSet/>
      <dgm:spPr/>
      <dgm:t>
        <a:bodyPr/>
        <a:lstStyle/>
        <a:p>
          <a:endParaRPr lang="en-US"/>
        </a:p>
      </dgm:t>
    </dgm:pt>
    <dgm:pt modelId="{0C9368B8-4064-491D-BF2D-2151B8C7EAD7}" type="sibTrans" cxnId="{61695223-7B6E-4123-94C8-927AE0DBEA1A}">
      <dgm:prSet/>
      <dgm:spPr/>
      <dgm:t>
        <a:bodyPr/>
        <a:lstStyle/>
        <a:p>
          <a:endParaRPr lang="en-US"/>
        </a:p>
      </dgm:t>
    </dgm:pt>
    <dgm:pt modelId="{0389A36A-1CA7-4683-8B88-48080907CE12}" type="pres">
      <dgm:prSet presAssocID="{3F4221E5-8BC0-48F7-A8A3-D795BA1BF1D2}" presName="outerComposite" presStyleCnt="0">
        <dgm:presLayoutVars>
          <dgm:chMax val="5"/>
          <dgm:dir/>
          <dgm:resizeHandles val="exact"/>
        </dgm:presLayoutVars>
      </dgm:prSet>
      <dgm:spPr/>
    </dgm:pt>
    <dgm:pt modelId="{12825CEE-413F-40B0-81F2-24E0A6BC172E}" type="pres">
      <dgm:prSet presAssocID="{3F4221E5-8BC0-48F7-A8A3-D795BA1BF1D2}" presName="dummyMaxCanvas" presStyleCnt="0">
        <dgm:presLayoutVars/>
      </dgm:prSet>
      <dgm:spPr/>
    </dgm:pt>
    <dgm:pt modelId="{08CB03F5-1FF2-4BA3-A685-4920831502D2}" type="pres">
      <dgm:prSet presAssocID="{3F4221E5-8BC0-48F7-A8A3-D795BA1BF1D2}" presName="FourNodes_1" presStyleLbl="node1" presStyleIdx="0" presStyleCnt="4">
        <dgm:presLayoutVars>
          <dgm:bulletEnabled val="1"/>
        </dgm:presLayoutVars>
      </dgm:prSet>
      <dgm:spPr/>
    </dgm:pt>
    <dgm:pt modelId="{06D6C626-504C-444C-BA37-8DA5E5DFE1F2}" type="pres">
      <dgm:prSet presAssocID="{3F4221E5-8BC0-48F7-A8A3-D795BA1BF1D2}" presName="FourNodes_2" presStyleLbl="node1" presStyleIdx="1" presStyleCnt="4">
        <dgm:presLayoutVars>
          <dgm:bulletEnabled val="1"/>
        </dgm:presLayoutVars>
      </dgm:prSet>
      <dgm:spPr/>
    </dgm:pt>
    <dgm:pt modelId="{B4AF1D82-48A7-4316-8773-BBD4358BB3C8}" type="pres">
      <dgm:prSet presAssocID="{3F4221E5-8BC0-48F7-A8A3-D795BA1BF1D2}" presName="FourNodes_3" presStyleLbl="node1" presStyleIdx="2" presStyleCnt="4">
        <dgm:presLayoutVars>
          <dgm:bulletEnabled val="1"/>
        </dgm:presLayoutVars>
      </dgm:prSet>
      <dgm:spPr/>
    </dgm:pt>
    <dgm:pt modelId="{7D51EF7D-BFE7-439B-B84E-748FDCED159F}" type="pres">
      <dgm:prSet presAssocID="{3F4221E5-8BC0-48F7-A8A3-D795BA1BF1D2}" presName="FourNodes_4" presStyleLbl="node1" presStyleIdx="3" presStyleCnt="4">
        <dgm:presLayoutVars>
          <dgm:bulletEnabled val="1"/>
        </dgm:presLayoutVars>
      </dgm:prSet>
      <dgm:spPr/>
    </dgm:pt>
    <dgm:pt modelId="{3B6BEAEA-616F-46D2-B1A4-21FC42F907F4}" type="pres">
      <dgm:prSet presAssocID="{3F4221E5-8BC0-48F7-A8A3-D795BA1BF1D2}" presName="FourConn_1-2" presStyleLbl="fgAccFollowNode1" presStyleIdx="0" presStyleCnt="3">
        <dgm:presLayoutVars>
          <dgm:bulletEnabled val="1"/>
        </dgm:presLayoutVars>
      </dgm:prSet>
      <dgm:spPr/>
    </dgm:pt>
    <dgm:pt modelId="{F0AAE15C-67FB-45E4-819F-3B91935DE5E5}" type="pres">
      <dgm:prSet presAssocID="{3F4221E5-8BC0-48F7-A8A3-D795BA1BF1D2}" presName="FourConn_2-3" presStyleLbl="fgAccFollowNode1" presStyleIdx="1" presStyleCnt="3">
        <dgm:presLayoutVars>
          <dgm:bulletEnabled val="1"/>
        </dgm:presLayoutVars>
      </dgm:prSet>
      <dgm:spPr/>
    </dgm:pt>
    <dgm:pt modelId="{F7D7D1C9-E97A-44FC-9ED0-BD447BFFB84A}" type="pres">
      <dgm:prSet presAssocID="{3F4221E5-8BC0-48F7-A8A3-D795BA1BF1D2}" presName="FourConn_3-4" presStyleLbl="fgAccFollowNode1" presStyleIdx="2" presStyleCnt="3">
        <dgm:presLayoutVars>
          <dgm:bulletEnabled val="1"/>
        </dgm:presLayoutVars>
      </dgm:prSet>
      <dgm:spPr/>
    </dgm:pt>
    <dgm:pt modelId="{8A5FEFEA-30B7-4858-AEBD-B296166F57F5}" type="pres">
      <dgm:prSet presAssocID="{3F4221E5-8BC0-48F7-A8A3-D795BA1BF1D2}" presName="FourNodes_1_text" presStyleLbl="node1" presStyleIdx="3" presStyleCnt="4">
        <dgm:presLayoutVars>
          <dgm:bulletEnabled val="1"/>
        </dgm:presLayoutVars>
      </dgm:prSet>
      <dgm:spPr/>
    </dgm:pt>
    <dgm:pt modelId="{CD06227F-1090-456D-92E0-5CCCE04C60A2}" type="pres">
      <dgm:prSet presAssocID="{3F4221E5-8BC0-48F7-A8A3-D795BA1BF1D2}" presName="FourNodes_2_text" presStyleLbl="node1" presStyleIdx="3" presStyleCnt="4">
        <dgm:presLayoutVars>
          <dgm:bulletEnabled val="1"/>
        </dgm:presLayoutVars>
      </dgm:prSet>
      <dgm:spPr/>
    </dgm:pt>
    <dgm:pt modelId="{5DE6A4B2-7EDF-4984-9BA2-050F4EC5C7D8}" type="pres">
      <dgm:prSet presAssocID="{3F4221E5-8BC0-48F7-A8A3-D795BA1BF1D2}" presName="FourNodes_3_text" presStyleLbl="node1" presStyleIdx="3" presStyleCnt="4">
        <dgm:presLayoutVars>
          <dgm:bulletEnabled val="1"/>
        </dgm:presLayoutVars>
      </dgm:prSet>
      <dgm:spPr/>
    </dgm:pt>
    <dgm:pt modelId="{4EB2215D-5E8A-47DE-9202-2721D90983B6}" type="pres">
      <dgm:prSet presAssocID="{3F4221E5-8BC0-48F7-A8A3-D795BA1BF1D2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DCDF860B-8625-4356-8E52-572280F1F327}" type="presOf" srcId="{60CBBA4F-0D4E-4C11-860F-96F8A71E2AED}" destId="{8A5FEFEA-30B7-4858-AEBD-B296166F57F5}" srcOrd="1" destOrd="0" presId="urn:microsoft.com/office/officeart/2005/8/layout/vProcess5"/>
    <dgm:cxn modelId="{607A8A0C-398F-4400-B27C-D5AF0ACA58A1}" srcId="{3F4221E5-8BC0-48F7-A8A3-D795BA1BF1D2}" destId="{60CBBA4F-0D4E-4C11-860F-96F8A71E2AED}" srcOrd="0" destOrd="0" parTransId="{936CFD31-A898-434C-8DA9-925F40CCE5AF}" sibTransId="{148BDF28-32E5-4C4E-A837-65CCE9C2D354}"/>
    <dgm:cxn modelId="{61695223-7B6E-4123-94C8-927AE0DBEA1A}" srcId="{3F4221E5-8BC0-48F7-A8A3-D795BA1BF1D2}" destId="{6C7D3A16-2318-4FA2-BAAB-C2586D8EBDD7}" srcOrd="3" destOrd="0" parTransId="{F86245D5-67B3-43C2-B7D5-FB4F3E748367}" sibTransId="{0C9368B8-4064-491D-BF2D-2151B8C7EAD7}"/>
    <dgm:cxn modelId="{286B9B30-9645-4A00-98C1-FDA3889A74F8}" type="presOf" srcId="{3F4221E5-8BC0-48F7-A8A3-D795BA1BF1D2}" destId="{0389A36A-1CA7-4683-8B88-48080907CE12}" srcOrd="0" destOrd="0" presId="urn:microsoft.com/office/officeart/2005/8/layout/vProcess5"/>
    <dgm:cxn modelId="{1B2CD95F-AB01-43B9-B9B8-92560EE54CF2}" type="presOf" srcId="{6C7D3A16-2318-4FA2-BAAB-C2586D8EBDD7}" destId="{4EB2215D-5E8A-47DE-9202-2721D90983B6}" srcOrd="1" destOrd="0" presId="urn:microsoft.com/office/officeart/2005/8/layout/vProcess5"/>
    <dgm:cxn modelId="{18CF5C43-5FB0-455D-88CA-4289245C9747}" srcId="{3F4221E5-8BC0-48F7-A8A3-D795BA1BF1D2}" destId="{74D27B47-546A-4A10-B440-4A7020FC0FF3}" srcOrd="2" destOrd="0" parTransId="{2BD9C4AA-E011-4707-A1F9-EF7D620ADA6A}" sibTransId="{2F2A08C8-C9DD-442D-A818-BAC76D29389B}"/>
    <dgm:cxn modelId="{70555744-28ED-49BD-8183-483BF28D4729}" srcId="{3F4221E5-8BC0-48F7-A8A3-D795BA1BF1D2}" destId="{4B83901F-33CD-45B3-86F6-0C9F08F5B9AB}" srcOrd="1" destOrd="0" parTransId="{2F4E859B-BB1A-4BDF-9289-03AC927A7153}" sibTransId="{73F91BCE-33E7-4A33-93EE-AFFC8D4CC7FC}"/>
    <dgm:cxn modelId="{E4365F46-B025-4F96-B9C8-696CB5FB5907}" type="presOf" srcId="{60CBBA4F-0D4E-4C11-860F-96F8A71E2AED}" destId="{08CB03F5-1FF2-4BA3-A685-4920831502D2}" srcOrd="0" destOrd="0" presId="urn:microsoft.com/office/officeart/2005/8/layout/vProcess5"/>
    <dgm:cxn modelId="{11EED269-6FD2-4A6C-83A4-E1861C3434DA}" type="presOf" srcId="{74D27B47-546A-4A10-B440-4A7020FC0FF3}" destId="{B4AF1D82-48A7-4316-8773-BBD4358BB3C8}" srcOrd="0" destOrd="0" presId="urn:microsoft.com/office/officeart/2005/8/layout/vProcess5"/>
    <dgm:cxn modelId="{7F04FC70-1151-4BD2-8E00-1D7F3C6EC455}" type="presOf" srcId="{2F2A08C8-C9DD-442D-A818-BAC76D29389B}" destId="{F7D7D1C9-E97A-44FC-9ED0-BD447BFFB84A}" srcOrd="0" destOrd="0" presId="urn:microsoft.com/office/officeart/2005/8/layout/vProcess5"/>
    <dgm:cxn modelId="{B3A6D879-C386-4B4A-BAED-3202A409F587}" type="presOf" srcId="{4B83901F-33CD-45B3-86F6-0C9F08F5B9AB}" destId="{06D6C626-504C-444C-BA37-8DA5E5DFE1F2}" srcOrd="0" destOrd="0" presId="urn:microsoft.com/office/officeart/2005/8/layout/vProcess5"/>
    <dgm:cxn modelId="{87E8AA7C-7563-44DB-A32C-814F85D4723E}" type="presOf" srcId="{6C7D3A16-2318-4FA2-BAAB-C2586D8EBDD7}" destId="{7D51EF7D-BFE7-439B-B84E-748FDCED159F}" srcOrd="0" destOrd="0" presId="urn:microsoft.com/office/officeart/2005/8/layout/vProcess5"/>
    <dgm:cxn modelId="{13CB2BCC-E56A-4EED-9777-E687DE9F297D}" type="presOf" srcId="{73F91BCE-33E7-4A33-93EE-AFFC8D4CC7FC}" destId="{F0AAE15C-67FB-45E4-819F-3B91935DE5E5}" srcOrd="0" destOrd="0" presId="urn:microsoft.com/office/officeart/2005/8/layout/vProcess5"/>
    <dgm:cxn modelId="{A7AA02DA-3B3A-4907-8D81-D5B16E46A144}" type="presOf" srcId="{4B83901F-33CD-45B3-86F6-0C9F08F5B9AB}" destId="{CD06227F-1090-456D-92E0-5CCCE04C60A2}" srcOrd="1" destOrd="0" presId="urn:microsoft.com/office/officeart/2005/8/layout/vProcess5"/>
    <dgm:cxn modelId="{5176F6F6-54C6-49F2-8CCD-4E7F2B236112}" type="presOf" srcId="{148BDF28-32E5-4C4E-A837-65CCE9C2D354}" destId="{3B6BEAEA-616F-46D2-B1A4-21FC42F907F4}" srcOrd="0" destOrd="0" presId="urn:microsoft.com/office/officeart/2005/8/layout/vProcess5"/>
    <dgm:cxn modelId="{D2F3E4FB-0303-4920-A1FC-5FAB69369B91}" type="presOf" srcId="{74D27B47-546A-4A10-B440-4A7020FC0FF3}" destId="{5DE6A4B2-7EDF-4984-9BA2-050F4EC5C7D8}" srcOrd="1" destOrd="0" presId="urn:microsoft.com/office/officeart/2005/8/layout/vProcess5"/>
    <dgm:cxn modelId="{C46BAF75-2087-43A9-9F5C-FF6BDCB66134}" type="presParOf" srcId="{0389A36A-1CA7-4683-8B88-48080907CE12}" destId="{12825CEE-413F-40B0-81F2-24E0A6BC172E}" srcOrd="0" destOrd="0" presId="urn:microsoft.com/office/officeart/2005/8/layout/vProcess5"/>
    <dgm:cxn modelId="{853173F8-B2AC-42C9-8137-CF2F739CCE1B}" type="presParOf" srcId="{0389A36A-1CA7-4683-8B88-48080907CE12}" destId="{08CB03F5-1FF2-4BA3-A685-4920831502D2}" srcOrd="1" destOrd="0" presId="urn:microsoft.com/office/officeart/2005/8/layout/vProcess5"/>
    <dgm:cxn modelId="{D964EE5B-BB20-40BF-A80D-7D69161329A9}" type="presParOf" srcId="{0389A36A-1CA7-4683-8B88-48080907CE12}" destId="{06D6C626-504C-444C-BA37-8DA5E5DFE1F2}" srcOrd="2" destOrd="0" presId="urn:microsoft.com/office/officeart/2005/8/layout/vProcess5"/>
    <dgm:cxn modelId="{C5C2EAA4-5229-4EBB-828F-238AC91B2249}" type="presParOf" srcId="{0389A36A-1CA7-4683-8B88-48080907CE12}" destId="{B4AF1D82-48A7-4316-8773-BBD4358BB3C8}" srcOrd="3" destOrd="0" presId="urn:microsoft.com/office/officeart/2005/8/layout/vProcess5"/>
    <dgm:cxn modelId="{193F3E7F-7F1A-4562-9B57-E2CA210F4556}" type="presParOf" srcId="{0389A36A-1CA7-4683-8B88-48080907CE12}" destId="{7D51EF7D-BFE7-439B-B84E-748FDCED159F}" srcOrd="4" destOrd="0" presId="urn:microsoft.com/office/officeart/2005/8/layout/vProcess5"/>
    <dgm:cxn modelId="{0EC8B059-7D56-485A-BCE7-F73778EFEBBB}" type="presParOf" srcId="{0389A36A-1CA7-4683-8B88-48080907CE12}" destId="{3B6BEAEA-616F-46D2-B1A4-21FC42F907F4}" srcOrd="5" destOrd="0" presId="urn:microsoft.com/office/officeart/2005/8/layout/vProcess5"/>
    <dgm:cxn modelId="{BC0C90C5-E153-4A73-A752-FE3FCA2E82EF}" type="presParOf" srcId="{0389A36A-1CA7-4683-8B88-48080907CE12}" destId="{F0AAE15C-67FB-45E4-819F-3B91935DE5E5}" srcOrd="6" destOrd="0" presId="urn:microsoft.com/office/officeart/2005/8/layout/vProcess5"/>
    <dgm:cxn modelId="{E7991E72-06B6-4479-9234-0AFEB2A58EEC}" type="presParOf" srcId="{0389A36A-1CA7-4683-8B88-48080907CE12}" destId="{F7D7D1C9-E97A-44FC-9ED0-BD447BFFB84A}" srcOrd="7" destOrd="0" presId="urn:microsoft.com/office/officeart/2005/8/layout/vProcess5"/>
    <dgm:cxn modelId="{89F0CB08-FD19-4EA9-9C06-F3D71F02527D}" type="presParOf" srcId="{0389A36A-1CA7-4683-8B88-48080907CE12}" destId="{8A5FEFEA-30B7-4858-AEBD-B296166F57F5}" srcOrd="8" destOrd="0" presId="urn:microsoft.com/office/officeart/2005/8/layout/vProcess5"/>
    <dgm:cxn modelId="{B099823D-B6DD-48B7-9A4A-7239A452BD94}" type="presParOf" srcId="{0389A36A-1CA7-4683-8B88-48080907CE12}" destId="{CD06227F-1090-456D-92E0-5CCCE04C60A2}" srcOrd="9" destOrd="0" presId="urn:microsoft.com/office/officeart/2005/8/layout/vProcess5"/>
    <dgm:cxn modelId="{6676FDC9-F461-44FD-B410-33CF3524BBB6}" type="presParOf" srcId="{0389A36A-1CA7-4683-8B88-48080907CE12}" destId="{5DE6A4B2-7EDF-4984-9BA2-050F4EC5C7D8}" srcOrd="10" destOrd="0" presId="urn:microsoft.com/office/officeart/2005/8/layout/vProcess5"/>
    <dgm:cxn modelId="{102B18B6-4489-449B-AC31-44A6BAE73628}" type="presParOf" srcId="{0389A36A-1CA7-4683-8B88-48080907CE12}" destId="{4EB2215D-5E8A-47DE-9202-2721D90983B6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D79A833-830C-4494-9341-903FAD76281B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7B293D5A-E605-4C3E-8C3D-60361B3E81DE}">
      <dgm:prSet/>
      <dgm:spPr/>
      <dgm:t>
        <a:bodyPr/>
        <a:lstStyle/>
        <a:p>
          <a:pPr>
            <a:defRPr cap="all"/>
          </a:pPr>
          <a:r>
            <a:rPr lang="fr-FR" dirty="0"/>
            <a:t>A effectuer semaine 2 | 75 minutes</a:t>
          </a:r>
          <a:endParaRPr lang="en-US" dirty="0"/>
        </a:p>
      </dgm:t>
    </dgm:pt>
    <dgm:pt modelId="{51B6CCAB-0652-4CD9-9BF2-C334EB2FDBF1}" type="parTrans" cxnId="{CE762981-CAA7-4680-9DEB-4E6EECAC7232}">
      <dgm:prSet/>
      <dgm:spPr/>
      <dgm:t>
        <a:bodyPr/>
        <a:lstStyle/>
        <a:p>
          <a:endParaRPr lang="en-US"/>
        </a:p>
      </dgm:t>
    </dgm:pt>
    <dgm:pt modelId="{CAD51588-113A-44B2-A317-A3DF7E300492}" type="sibTrans" cxnId="{CE762981-CAA7-4680-9DEB-4E6EECAC7232}">
      <dgm:prSet/>
      <dgm:spPr/>
      <dgm:t>
        <a:bodyPr/>
        <a:lstStyle/>
        <a:p>
          <a:endParaRPr lang="en-US"/>
        </a:p>
      </dgm:t>
    </dgm:pt>
    <dgm:pt modelId="{F1120E4C-723D-4A9A-B755-F406591F9B4E}">
      <dgm:prSet/>
      <dgm:spPr/>
      <dgm:t>
        <a:bodyPr/>
        <a:lstStyle/>
        <a:p>
          <a:pPr>
            <a:defRPr cap="all"/>
          </a:pPr>
          <a:r>
            <a:rPr lang="fr-FR"/>
            <a:t>1. Activer LSASS Protection</a:t>
          </a:r>
          <a:endParaRPr lang="en-US"/>
        </a:p>
      </dgm:t>
    </dgm:pt>
    <dgm:pt modelId="{C59AA531-C359-4EB2-9B97-D8861957AC71}" type="parTrans" cxnId="{784942B9-E8B9-474C-A3B0-854402FA0690}">
      <dgm:prSet/>
      <dgm:spPr/>
      <dgm:t>
        <a:bodyPr/>
        <a:lstStyle/>
        <a:p>
          <a:endParaRPr lang="en-US"/>
        </a:p>
      </dgm:t>
    </dgm:pt>
    <dgm:pt modelId="{ACAAB0CC-8226-4CB9-A0B0-E34CEBAF04DD}" type="sibTrans" cxnId="{784942B9-E8B9-474C-A3B0-854402FA0690}">
      <dgm:prSet/>
      <dgm:spPr/>
      <dgm:t>
        <a:bodyPr/>
        <a:lstStyle/>
        <a:p>
          <a:endParaRPr lang="en-US"/>
        </a:p>
      </dgm:t>
    </dgm:pt>
    <dgm:pt modelId="{E8D768C7-4DC3-416A-8CB5-5A15EB26A787}">
      <dgm:prSet/>
      <dgm:spPr/>
      <dgm:t>
        <a:bodyPr/>
        <a:lstStyle/>
        <a:p>
          <a:pPr>
            <a:defRPr cap="all"/>
          </a:pPr>
          <a:r>
            <a:rPr lang="fr-FR"/>
            <a:t>2. Activer BitLocker</a:t>
          </a:r>
          <a:endParaRPr lang="en-US"/>
        </a:p>
      </dgm:t>
    </dgm:pt>
    <dgm:pt modelId="{D90E2446-01DC-4B5A-B955-DD64614809A4}" type="parTrans" cxnId="{025FF553-8CDA-4DC0-9692-2C829E9D72A9}">
      <dgm:prSet/>
      <dgm:spPr/>
      <dgm:t>
        <a:bodyPr/>
        <a:lstStyle/>
        <a:p>
          <a:endParaRPr lang="en-US"/>
        </a:p>
      </dgm:t>
    </dgm:pt>
    <dgm:pt modelId="{F9053A1B-0F07-4285-8398-686A99F62845}" type="sibTrans" cxnId="{025FF553-8CDA-4DC0-9692-2C829E9D72A9}">
      <dgm:prSet/>
      <dgm:spPr/>
      <dgm:t>
        <a:bodyPr/>
        <a:lstStyle/>
        <a:p>
          <a:endParaRPr lang="en-US"/>
        </a:p>
      </dgm:t>
    </dgm:pt>
    <dgm:pt modelId="{77C2A1A3-ECE9-4B13-BB9C-07F49B2CBC09}">
      <dgm:prSet/>
      <dgm:spPr/>
      <dgm:t>
        <a:bodyPr/>
        <a:lstStyle/>
        <a:p>
          <a:pPr>
            <a:defRPr cap="all"/>
          </a:pPr>
          <a:r>
            <a:rPr lang="fr-FR"/>
            <a:t>3. Installer LAPS</a:t>
          </a:r>
          <a:endParaRPr lang="en-US"/>
        </a:p>
      </dgm:t>
    </dgm:pt>
    <dgm:pt modelId="{E089E0B1-59F6-48D0-A25D-B3EC1F970EE3}" type="parTrans" cxnId="{15967EA1-1786-463F-ADA1-3DBE8BB6A7E6}">
      <dgm:prSet/>
      <dgm:spPr/>
      <dgm:t>
        <a:bodyPr/>
        <a:lstStyle/>
        <a:p>
          <a:endParaRPr lang="en-US"/>
        </a:p>
      </dgm:t>
    </dgm:pt>
    <dgm:pt modelId="{BF03C22A-1805-435B-89B7-F3C7EFD509B9}" type="sibTrans" cxnId="{15967EA1-1786-463F-ADA1-3DBE8BB6A7E6}">
      <dgm:prSet/>
      <dgm:spPr/>
      <dgm:t>
        <a:bodyPr/>
        <a:lstStyle/>
        <a:p>
          <a:endParaRPr lang="en-US"/>
        </a:p>
      </dgm:t>
    </dgm:pt>
    <dgm:pt modelId="{C4AF8AD2-432F-4717-87A5-D2626BD04F9F}">
      <dgm:prSet/>
      <dgm:spPr/>
      <dgm:t>
        <a:bodyPr/>
        <a:lstStyle/>
        <a:p>
          <a:pPr>
            <a:defRPr cap="all"/>
          </a:pPr>
          <a:r>
            <a:rPr lang="fr-FR"/>
            <a:t>4. Augmenter RestrictAnonymous</a:t>
          </a:r>
          <a:endParaRPr lang="en-US"/>
        </a:p>
      </dgm:t>
    </dgm:pt>
    <dgm:pt modelId="{F7B6B109-9399-48F8-9678-BEF08246BA70}" type="parTrans" cxnId="{8058A2CB-59A3-40F7-A3D2-815138C160AA}">
      <dgm:prSet/>
      <dgm:spPr/>
      <dgm:t>
        <a:bodyPr/>
        <a:lstStyle/>
        <a:p>
          <a:endParaRPr lang="en-US"/>
        </a:p>
      </dgm:t>
    </dgm:pt>
    <dgm:pt modelId="{F6039E70-3E73-4E24-A7A2-3F482FAF06BF}" type="sibTrans" cxnId="{8058A2CB-59A3-40F7-A3D2-815138C160AA}">
      <dgm:prSet/>
      <dgm:spPr/>
      <dgm:t>
        <a:bodyPr/>
        <a:lstStyle/>
        <a:p>
          <a:endParaRPr lang="en-US"/>
        </a:p>
      </dgm:t>
    </dgm:pt>
    <dgm:pt modelId="{52A27A72-33BF-47DE-B20C-DA59D0D6A321}">
      <dgm:prSet/>
      <dgm:spPr/>
      <dgm:t>
        <a:bodyPr/>
        <a:lstStyle/>
        <a:p>
          <a:pPr>
            <a:defRPr cap="all"/>
          </a:pPr>
          <a:r>
            <a:rPr lang="fr-FR"/>
            <a:t>5. Desactiver USB Autorun</a:t>
          </a:r>
          <a:endParaRPr lang="en-US"/>
        </a:p>
      </dgm:t>
    </dgm:pt>
    <dgm:pt modelId="{953FB151-37F0-467C-BD58-C45206C5D43F}" type="parTrans" cxnId="{26B1F30B-2FB8-401B-8C5D-D99BDE847948}">
      <dgm:prSet/>
      <dgm:spPr/>
      <dgm:t>
        <a:bodyPr/>
        <a:lstStyle/>
        <a:p>
          <a:endParaRPr lang="en-US"/>
        </a:p>
      </dgm:t>
    </dgm:pt>
    <dgm:pt modelId="{67266218-FC0C-4192-8E97-DD6F9C74F1E0}" type="sibTrans" cxnId="{26B1F30B-2FB8-401B-8C5D-D99BDE847948}">
      <dgm:prSet/>
      <dgm:spPr/>
      <dgm:t>
        <a:bodyPr/>
        <a:lstStyle/>
        <a:p>
          <a:endParaRPr lang="en-US"/>
        </a:p>
      </dgm:t>
    </dgm:pt>
    <dgm:pt modelId="{C0B28890-F174-4DED-9A98-76E88821C395}">
      <dgm:prSet/>
      <dgm:spPr/>
      <dgm:t>
        <a:bodyPr/>
        <a:lstStyle/>
        <a:p>
          <a:pPr>
            <a:defRPr cap="all"/>
          </a:pPr>
          <a:r>
            <a:rPr lang="fr-FR"/>
            <a:t>6. Activer RDP TLS</a:t>
          </a:r>
          <a:endParaRPr lang="en-US"/>
        </a:p>
      </dgm:t>
    </dgm:pt>
    <dgm:pt modelId="{B7FCA6C2-338E-4799-B270-875765F35DF2}" type="parTrans" cxnId="{9BD7CA34-9123-44A3-ACE9-64B664315589}">
      <dgm:prSet/>
      <dgm:spPr/>
      <dgm:t>
        <a:bodyPr/>
        <a:lstStyle/>
        <a:p>
          <a:endParaRPr lang="en-US"/>
        </a:p>
      </dgm:t>
    </dgm:pt>
    <dgm:pt modelId="{FF12F52B-B5B0-48E0-B39E-46FAD901D9B6}" type="sibTrans" cxnId="{9BD7CA34-9123-44A3-ACE9-64B664315589}">
      <dgm:prSet/>
      <dgm:spPr/>
      <dgm:t>
        <a:bodyPr/>
        <a:lstStyle/>
        <a:p>
          <a:endParaRPr lang="en-US"/>
        </a:p>
      </dgm:t>
    </dgm:pt>
    <dgm:pt modelId="{543ACD95-12F9-494B-B1EB-868B7411BEE2}">
      <dgm:prSet/>
      <dgm:spPr/>
      <dgm:t>
        <a:bodyPr/>
        <a:lstStyle/>
        <a:p>
          <a:pPr>
            <a:defRPr cap="all"/>
          </a:pPr>
          <a:r>
            <a:rPr lang="fr-FR"/>
            <a:t>IMPACT: Score +21 points (57% -&gt; 78%)</a:t>
          </a:r>
          <a:endParaRPr lang="en-US"/>
        </a:p>
      </dgm:t>
    </dgm:pt>
    <dgm:pt modelId="{D2FDF012-B755-4374-A3E5-4448EB987723}" type="parTrans" cxnId="{9BB6507D-FFB0-40E7-97D4-87088348E626}">
      <dgm:prSet/>
      <dgm:spPr/>
      <dgm:t>
        <a:bodyPr/>
        <a:lstStyle/>
        <a:p>
          <a:endParaRPr lang="en-US"/>
        </a:p>
      </dgm:t>
    </dgm:pt>
    <dgm:pt modelId="{A66F2E24-11E5-4BB5-B413-61A24365E150}" type="sibTrans" cxnId="{9BB6507D-FFB0-40E7-97D4-87088348E626}">
      <dgm:prSet/>
      <dgm:spPr/>
      <dgm:t>
        <a:bodyPr/>
        <a:lstStyle/>
        <a:p>
          <a:endParaRPr lang="en-US"/>
        </a:p>
      </dgm:t>
    </dgm:pt>
    <dgm:pt modelId="{50531B86-ECD0-4D5E-BC80-D58BB9A4650F}" type="pres">
      <dgm:prSet presAssocID="{8D79A833-830C-4494-9341-903FAD76281B}" presName="root" presStyleCnt="0">
        <dgm:presLayoutVars>
          <dgm:dir/>
          <dgm:resizeHandles val="exact"/>
        </dgm:presLayoutVars>
      </dgm:prSet>
      <dgm:spPr/>
    </dgm:pt>
    <dgm:pt modelId="{5D27E03A-9AB7-432A-84FE-22ABC686462F}" type="pres">
      <dgm:prSet presAssocID="{7B293D5A-E605-4C3E-8C3D-60361B3E81DE}" presName="compNode" presStyleCnt="0"/>
      <dgm:spPr/>
    </dgm:pt>
    <dgm:pt modelId="{A2AC67C7-BEC6-4380-83A1-553063E57411}" type="pres">
      <dgm:prSet presAssocID="{7B293D5A-E605-4C3E-8C3D-60361B3E81DE}" presName="iconBgRect" presStyleLbl="bgShp" presStyleIdx="0" presStyleCnt="8"/>
      <dgm:spPr/>
    </dgm:pt>
    <dgm:pt modelId="{EC119323-84B2-455B-8C80-5732059C4F0D}" type="pres">
      <dgm:prSet presAssocID="{7B293D5A-E605-4C3E-8C3D-60361B3E81DE}" presName="iconRect" presStyleLbl="node1" presStyleIdx="0" presStyleCnt="8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ronomètre"/>
        </a:ext>
      </dgm:extLst>
    </dgm:pt>
    <dgm:pt modelId="{6C17FE04-21AA-45DE-87A0-ADC59D026B39}" type="pres">
      <dgm:prSet presAssocID="{7B293D5A-E605-4C3E-8C3D-60361B3E81DE}" presName="spaceRect" presStyleCnt="0"/>
      <dgm:spPr/>
    </dgm:pt>
    <dgm:pt modelId="{4C3D66A1-5AA0-4D22-8876-17344483514E}" type="pres">
      <dgm:prSet presAssocID="{7B293D5A-E605-4C3E-8C3D-60361B3E81DE}" presName="textRect" presStyleLbl="revTx" presStyleIdx="0" presStyleCnt="8">
        <dgm:presLayoutVars>
          <dgm:chMax val="1"/>
          <dgm:chPref val="1"/>
        </dgm:presLayoutVars>
      </dgm:prSet>
      <dgm:spPr/>
    </dgm:pt>
    <dgm:pt modelId="{74A6A67F-1FD9-465B-941F-37D0D1F26ADA}" type="pres">
      <dgm:prSet presAssocID="{CAD51588-113A-44B2-A317-A3DF7E300492}" presName="sibTrans" presStyleCnt="0"/>
      <dgm:spPr/>
    </dgm:pt>
    <dgm:pt modelId="{C8F5A916-835D-4C4B-A016-FB713FB86C98}" type="pres">
      <dgm:prSet presAssocID="{F1120E4C-723D-4A9A-B755-F406591F9B4E}" presName="compNode" presStyleCnt="0"/>
      <dgm:spPr/>
    </dgm:pt>
    <dgm:pt modelId="{471063BF-48DF-416B-B57B-A37F3D1AC0DF}" type="pres">
      <dgm:prSet presAssocID="{F1120E4C-723D-4A9A-B755-F406591F9B4E}" presName="iconBgRect" presStyleLbl="bgShp" presStyleIdx="1" presStyleCnt="8"/>
      <dgm:spPr/>
    </dgm:pt>
    <dgm:pt modelId="{2E63E6A8-172D-4A50-895D-098DC9B00CC8}" type="pres">
      <dgm:prSet presAssocID="{F1120E4C-723D-4A9A-B755-F406591F9B4E}" presName="iconRect" presStyleLbl="node1" presStyleIdx="1" presStyleCnt="8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che"/>
        </a:ext>
      </dgm:extLst>
    </dgm:pt>
    <dgm:pt modelId="{BBE5547A-FBB2-426F-9C94-4B1F38C3EAC4}" type="pres">
      <dgm:prSet presAssocID="{F1120E4C-723D-4A9A-B755-F406591F9B4E}" presName="spaceRect" presStyleCnt="0"/>
      <dgm:spPr/>
    </dgm:pt>
    <dgm:pt modelId="{19A52C10-8341-4BEA-9C2C-CE1809928310}" type="pres">
      <dgm:prSet presAssocID="{F1120E4C-723D-4A9A-B755-F406591F9B4E}" presName="textRect" presStyleLbl="revTx" presStyleIdx="1" presStyleCnt="8">
        <dgm:presLayoutVars>
          <dgm:chMax val="1"/>
          <dgm:chPref val="1"/>
        </dgm:presLayoutVars>
      </dgm:prSet>
      <dgm:spPr/>
    </dgm:pt>
    <dgm:pt modelId="{BC3C44E3-0109-4710-B8FC-D9B8D1164E60}" type="pres">
      <dgm:prSet presAssocID="{ACAAB0CC-8226-4CB9-A0B0-E34CEBAF04DD}" presName="sibTrans" presStyleCnt="0"/>
      <dgm:spPr/>
    </dgm:pt>
    <dgm:pt modelId="{0D9575E9-EB48-4F6F-9C79-70F319692ED4}" type="pres">
      <dgm:prSet presAssocID="{E8D768C7-4DC3-416A-8CB5-5A15EB26A787}" presName="compNode" presStyleCnt="0"/>
      <dgm:spPr/>
    </dgm:pt>
    <dgm:pt modelId="{C262DFB1-CCC1-4810-A752-9934FDFE01FC}" type="pres">
      <dgm:prSet presAssocID="{E8D768C7-4DC3-416A-8CB5-5A15EB26A787}" presName="iconBgRect" presStyleLbl="bgShp" presStyleIdx="2" presStyleCnt="8"/>
      <dgm:spPr/>
    </dgm:pt>
    <dgm:pt modelId="{6AB3A0F1-98EB-41A0-9C23-28FC184283C9}" type="pres">
      <dgm:prSet presAssocID="{E8D768C7-4DC3-416A-8CB5-5A15EB26A787}" presName="iconRect" presStyleLbl="node1" presStyleIdx="2" presStyleCnt="8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éverrouiller"/>
        </a:ext>
      </dgm:extLst>
    </dgm:pt>
    <dgm:pt modelId="{C6E01CE9-728D-4E53-89B1-4371DF919425}" type="pres">
      <dgm:prSet presAssocID="{E8D768C7-4DC3-416A-8CB5-5A15EB26A787}" presName="spaceRect" presStyleCnt="0"/>
      <dgm:spPr/>
    </dgm:pt>
    <dgm:pt modelId="{4AD3ED33-8EB4-40FF-9522-2D5D4BB93A8C}" type="pres">
      <dgm:prSet presAssocID="{E8D768C7-4DC3-416A-8CB5-5A15EB26A787}" presName="textRect" presStyleLbl="revTx" presStyleIdx="2" presStyleCnt="8">
        <dgm:presLayoutVars>
          <dgm:chMax val="1"/>
          <dgm:chPref val="1"/>
        </dgm:presLayoutVars>
      </dgm:prSet>
      <dgm:spPr/>
    </dgm:pt>
    <dgm:pt modelId="{6090B0B4-19BE-45E6-B8D0-BCA24FFCE36C}" type="pres">
      <dgm:prSet presAssocID="{F9053A1B-0F07-4285-8398-686A99F62845}" presName="sibTrans" presStyleCnt="0"/>
      <dgm:spPr/>
    </dgm:pt>
    <dgm:pt modelId="{0F36AD6C-E76D-42B2-AF48-7C8EF9542AED}" type="pres">
      <dgm:prSet presAssocID="{77C2A1A3-ECE9-4B13-BB9C-07F49B2CBC09}" presName="compNode" presStyleCnt="0"/>
      <dgm:spPr/>
    </dgm:pt>
    <dgm:pt modelId="{8A7BB250-AE75-4DCF-92AF-B4AAB404B6FA}" type="pres">
      <dgm:prSet presAssocID="{77C2A1A3-ECE9-4B13-BB9C-07F49B2CBC09}" presName="iconBgRect" presStyleLbl="bgShp" presStyleIdx="3" presStyleCnt="8"/>
      <dgm:spPr/>
    </dgm:pt>
    <dgm:pt modelId="{4CC218FB-8991-43D4-AFFC-B457ADD1ED86}" type="pres">
      <dgm:prSet presAssocID="{77C2A1A3-ECE9-4B13-BB9C-07F49B2CBC09}" presName="iconRect" presStyleLbl="node1" presStyleIdx="3" presStyleCnt="8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épéter"/>
        </a:ext>
      </dgm:extLst>
    </dgm:pt>
    <dgm:pt modelId="{9E8E73E8-9FA4-4B63-824E-3CBEC8E1F6A0}" type="pres">
      <dgm:prSet presAssocID="{77C2A1A3-ECE9-4B13-BB9C-07F49B2CBC09}" presName="spaceRect" presStyleCnt="0"/>
      <dgm:spPr/>
    </dgm:pt>
    <dgm:pt modelId="{FEE57D27-3688-4B66-9A52-6261D2013363}" type="pres">
      <dgm:prSet presAssocID="{77C2A1A3-ECE9-4B13-BB9C-07F49B2CBC09}" presName="textRect" presStyleLbl="revTx" presStyleIdx="3" presStyleCnt="8">
        <dgm:presLayoutVars>
          <dgm:chMax val="1"/>
          <dgm:chPref val="1"/>
        </dgm:presLayoutVars>
      </dgm:prSet>
      <dgm:spPr/>
    </dgm:pt>
    <dgm:pt modelId="{39EBC43F-6940-4472-88FA-25E88B69D160}" type="pres">
      <dgm:prSet presAssocID="{BF03C22A-1805-435B-89B7-F3C7EFD509B9}" presName="sibTrans" presStyleCnt="0"/>
      <dgm:spPr/>
    </dgm:pt>
    <dgm:pt modelId="{67EC6176-ED9B-4591-88F8-7C02902CBD2B}" type="pres">
      <dgm:prSet presAssocID="{C4AF8AD2-432F-4717-87A5-D2626BD04F9F}" presName="compNode" presStyleCnt="0"/>
      <dgm:spPr/>
    </dgm:pt>
    <dgm:pt modelId="{FAE5F0A6-7799-4EDC-876D-EADCEFA35919}" type="pres">
      <dgm:prSet presAssocID="{C4AF8AD2-432F-4717-87A5-D2626BD04F9F}" presName="iconBgRect" presStyleLbl="bgShp" presStyleIdx="4" presStyleCnt="8"/>
      <dgm:spPr/>
    </dgm:pt>
    <dgm:pt modelId="{D4890FDB-B528-42ED-9720-4DFEAFF3BC29}" type="pres">
      <dgm:prSet presAssocID="{C4AF8AD2-432F-4717-87A5-D2626BD04F9F}" presName="iconRect" presStyleLbl="node1" presStyleIdx="4" presStyleCnt="8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ADA96F5E-A3C4-47E6-84CD-4DE0D13CEFF0}" type="pres">
      <dgm:prSet presAssocID="{C4AF8AD2-432F-4717-87A5-D2626BD04F9F}" presName="spaceRect" presStyleCnt="0"/>
      <dgm:spPr/>
    </dgm:pt>
    <dgm:pt modelId="{11CE842B-293A-4FAE-BA32-2218CB2B6820}" type="pres">
      <dgm:prSet presAssocID="{C4AF8AD2-432F-4717-87A5-D2626BD04F9F}" presName="textRect" presStyleLbl="revTx" presStyleIdx="4" presStyleCnt="8">
        <dgm:presLayoutVars>
          <dgm:chMax val="1"/>
          <dgm:chPref val="1"/>
        </dgm:presLayoutVars>
      </dgm:prSet>
      <dgm:spPr/>
    </dgm:pt>
    <dgm:pt modelId="{0516FE79-4C5A-4C09-B855-73585FD43402}" type="pres">
      <dgm:prSet presAssocID="{F6039E70-3E73-4E24-A7A2-3F482FAF06BF}" presName="sibTrans" presStyleCnt="0"/>
      <dgm:spPr/>
    </dgm:pt>
    <dgm:pt modelId="{55600BC3-6F5C-4B8F-9600-1FDC9A110C72}" type="pres">
      <dgm:prSet presAssocID="{52A27A72-33BF-47DE-B20C-DA59D0D6A321}" presName="compNode" presStyleCnt="0"/>
      <dgm:spPr/>
    </dgm:pt>
    <dgm:pt modelId="{25CE9289-F89B-4039-9E50-BFEC78CCFD31}" type="pres">
      <dgm:prSet presAssocID="{52A27A72-33BF-47DE-B20C-DA59D0D6A321}" presName="iconBgRect" presStyleLbl="bgShp" presStyleIdx="5" presStyleCnt="8"/>
      <dgm:spPr/>
    </dgm:pt>
    <dgm:pt modelId="{B14E5CC0-8AD9-4709-A549-91A39D4D266C}" type="pres">
      <dgm:prSet presAssocID="{52A27A72-33BF-47DE-B20C-DA59D0D6A321}" presName="iconRect" presStyleLbl="node1" presStyleIdx="5" presStyleCnt="8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B"/>
        </a:ext>
      </dgm:extLst>
    </dgm:pt>
    <dgm:pt modelId="{1639263E-AB3F-4223-A271-27A3733F169D}" type="pres">
      <dgm:prSet presAssocID="{52A27A72-33BF-47DE-B20C-DA59D0D6A321}" presName="spaceRect" presStyleCnt="0"/>
      <dgm:spPr/>
    </dgm:pt>
    <dgm:pt modelId="{30F11201-7211-4EC0-9B14-CB91FE56C5C2}" type="pres">
      <dgm:prSet presAssocID="{52A27A72-33BF-47DE-B20C-DA59D0D6A321}" presName="textRect" presStyleLbl="revTx" presStyleIdx="5" presStyleCnt="8">
        <dgm:presLayoutVars>
          <dgm:chMax val="1"/>
          <dgm:chPref val="1"/>
        </dgm:presLayoutVars>
      </dgm:prSet>
      <dgm:spPr/>
    </dgm:pt>
    <dgm:pt modelId="{A5E11B1D-F7B7-4D30-91EE-0DD504C52371}" type="pres">
      <dgm:prSet presAssocID="{67266218-FC0C-4192-8E97-DD6F9C74F1E0}" presName="sibTrans" presStyleCnt="0"/>
      <dgm:spPr/>
    </dgm:pt>
    <dgm:pt modelId="{461353BA-61AB-44A7-A535-047DDA487F1C}" type="pres">
      <dgm:prSet presAssocID="{C0B28890-F174-4DED-9A98-76E88821C395}" presName="compNode" presStyleCnt="0"/>
      <dgm:spPr/>
    </dgm:pt>
    <dgm:pt modelId="{0187F72E-8927-4730-B7A1-70C914B95CB2}" type="pres">
      <dgm:prSet presAssocID="{C0B28890-F174-4DED-9A98-76E88821C395}" presName="iconBgRect" presStyleLbl="bgShp" presStyleIdx="6" presStyleCnt="8"/>
      <dgm:spPr/>
    </dgm:pt>
    <dgm:pt modelId="{54497727-81EF-4000-895E-1B754E1B96D7}" type="pres">
      <dgm:prSet presAssocID="{C0B28890-F174-4DED-9A98-76E88821C395}" presName="iconRect" presStyleLbl="node1" presStyleIdx="6" presStyleCnt="8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éseau"/>
        </a:ext>
      </dgm:extLst>
    </dgm:pt>
    <dgm:pt modelId="{AF1B343F-B22C-4121-A1E5-2290180A2D31}" type="pres">
      <dgm:prSet presAssocID="{C0B28890-F174-4DED-9A98-76E88821C395}" presName="spaceRect" presStyleCnt="0"/>
      <dgm:spPr/>
    </dgm:pt>
    <dgm:pt modelId="{7BA040C2-4224-4C6D-BD54-9EFE6EB1D974}" type="pres">
      <dgm:prSet presAssocID="{C0B28890-F174-4DED-9A98-76E88821C395}" presName="textRect" presStyleLbl="revTx" presStyleIdx="6" presStyleCnt="8">
        <dgm:presLayoutVars>
          <dgm:chMax val="1"/>
          <dgm:chPref val="1"/>
        </dgm:presLayoutVars>
      </dgm:prSet>
      <dgm:spPr/>
    </dgm:pt>
    <dgm:pt modelId="{DE9CB71A-B602-4CDE-A3C3-A95A024431EC}" type="pres">
      <dgm:prSet presAssocID="{FF12F52B-B5B0-48E0-B39E-46FAD901D9B6}" presName="sibTrans" presStyleCnt="0"/>
      <dgm:spPr/>
    </dgm:pt>
    <dgm:pt modelId="{D9728900-89F9-4BC5-A3BF-F712F773DC86}" type="pres">
      <dgm:prSet presAssocID="{543ACD95-12F9-494B-B1EB-868B7411BEE2}" presName="compNode" presStyleCnt="0"/>
      <dgm:spPr/>
    </dgm:pt>
    <dgm:pt modelId="{50DE2240-956E-4E30-B421-EBED2E1F16E1}" type="pres">
      <dgm:prSet presAssocID="{543ACD95-12F9-494B-B1EB-868B7411BEE2}" presName="iconBgRect" presStyleLbl="bgShp" presStyleIdx="7" presStyleCnt="8"/>
      <dgm:spPr/>
    </dgm:pt>
    <dgm:pt modelId="{5FF117F3-A3F1-44F5-9C43-C8C96E184D64}" type="pres">
      <dgm:prSet presAssocID="{543ACD95-12F9-494B-B1EB-868B7411BEE2}" presName="iconRect" presStyleLbl="node1" presStyleIdx="7" presStyleCnt="8"/>
      <dgm:spPr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e"/>
        </a:ext>
      </dgm:extLst>
    </dgm:pt>
    <dgm:pt modelId="{3EFA136A-17DA-47CC-860F-9F927A2377A8}" type="pres">
      <dgm:prSet presAssocID="{543ACD95-12F9-494B-B1EB-868B7411BEE2}" presName="spaceRect" presStyleCnt="0"/>
      <dgm:spPr/>
    </dgm:pt>
    <dgm:pt modelId="{80F4169B-C4B1-4F9E-BEDE-A3DCB34CFFB9}" type="pres">
      <dgm:prSet presAssocID="{543ACD95-12F9-494B-B1EB-868B7411BEE2}" presName="textRect" presStyleLbl="revTx" presStyleIdx="7" presStyleCnt="8">
        <dgm:presLayoutVars>
          <dgm:chMax val="1"/>
          <dgm:chPref val="1"/>
        </dgm:presLayoutVars>
      </dgm:prSet>
      <dgm:spPr/>
    </dgm:pt>
  </dgm:ptLst>
  <dgm:cxnLst>
    <dgm:cxn modelId="{26B1F30B-2FB8-401B-8C5D-D99BDE847948}" srcId="{8D79A833-830C-4494-9341-903FAD76281B}" destId="{52A27A72-33BF-47DE-B20C-DA59D0D6A321}" srcOrd="5" destOrd="0" parTransId="{953FB151-37F0-467C-BD58-C45206C5D43F}" sibTransId="{67266218-FC0C-4192-8E97-DD6F9C74F1E0}"/>
    <dgm:cxn modelId="{D3AF5D15-2750-4573-AD88-3FD55FF7A57C}" type="presOf" srcId="{543ACD95-12F9-494B-B1EB-868B7411BEE2}" destId="{80F4169B-C4B1-4F9E-BEDE-A3DCB34CFFB9}" srcOrd="0" destOrd="0" presId="urn:microsoft.com/office/officeart/2018/5/layout/IconCircleLabelList"/>
    <dgm:cxn modelId="{5E79551E-C74F-4E59-8CEF-02A2E51E7F08}" type="presOf" srcId="{77C2A1A3-ECE9-4B13-BB9C-07F49B2CBC09}" destId="{FEE57D27-3688-4B66-9A52-6261D2013363}" srcOrd="0" destOrd="0" presId="urn:microsoft.com/office/officeart/2018/5/layout/IconCircleLabelList"/>
    <dgm:cxn modelId="{B534222E-40A4-4F5A-B837-FD83E7C8E7C4}" type="presOf" srcId="{E8D768C7-4DC3-416A-8CB5-5A15EB26A787}" destId="{4AD3ED33-8EB4-40FF-9522-2D5D4BB93A8C}" srcOrd="0" destOrd="0" presId="urn:microsoft.com/office/officeart/2018/5/layout/IconCircleLabelList"/>
    <dgm:cxn modelId="{9BD7CA34-9123-44A3-ACE9-64B664315589}" srcId="{8D79A833-830C-4494-9341-903FAD76281B}" destId="{C0B28890-F174-4DED-9A98-76E88821C395}" srcOrd="6" destOrd="0" parTransId="{B7FCA6C2-338E-4799-B270-875765F35DF2}" sibTransId="{FF12F52B-B5B0-48E0-B39E-46FAD901D9B6}"/>
    <dgm:cxn modelId="{D3C92639-C2AC-4322-B4F7-1D33242E1013}" type="presOf" srcId="{8D79A833-830C-4494-9341-903FAD76281B}" destId="{50531B86-ECD0-4D5E-BC80-D58BB9A4650F}" srcOrd="0" destOrd="0" presId="urn:microsoft.com/office/officeart/2018/5/layout/IconCircleLabelList"/>
    <dgm:cxn modelId="{D2FE1F46-3F85-46D8-BE0F-5A235D14CC78}" type="presOf" srcId="{52A27A72-33BF-47DE-B20C-DA59D0D6A321}" destId="{30F11201-7211-4EC0-9B14-CB91FE56C5C2}" srcOrd="0" destOrd="0" presId="urn:microsoft.com/office/officeart/2018/5/layout/IconCircleLabelList"/>
    <dgm:cxn modelId="{1353416F-3D2A-48B3-A87A-0CACA0F29178}" type="presOf" srcId="{F1120E4C-723D-4A9A-B755-F406591F9B4E}" destId="{19A52C10-8341-4BEA-9C2C-CE1809928310}" srcOrd="0" destOrd="0" presId="urn:microsoft.com/office/officeart/2018/5/layout/IconCircleLabelList"/>
    <dgm:cxn modelId="{025FF553-8CDA-4DC0-9692-2C829E9D72A9}" srcId="{8D79A833-830C-4494-9341-903FAD76281B}" destId="{E8D768C7-4DC3-416A-8CB5-5A15EB26A787}" srcOrd="2" destOrd="0" parTransId="{D90E2446-01DC-4B5A-B955-DD64614809A4}" sibTransId="{F9053A1B-0F07-4285-8398-686A99F62845}"/>
    <dgm:cxn modelId="{9BB6507D-FFB0-40E7-97D4-87088348E626}" srcId="{8D79A833-830C-4494-9341-903FAD76281B}" destId="{543ACD95-12F9-494B-B1EB-868B7411BEE2}" srcOrd="7" destOrd="0" parTransId="{D2FDF012-B755-4374-A3E5-4448EB987723}" sibTransId="{A66F2E24-11E5-4BB5-B413-61A24365E150}"/>
    <dgm:cxn modelId="{CE762981-CAA7-4680-9DEB-4E6EECAC7232}" srcId="{8D79A833-830C-4494-9341-903FAD76281B}" destId="{7B293D5A-E605-4C3E-8C3D-60361B3E81DE}" srcOrd="0" destOrd="0" parTransId="{51B6CCAB-0652-4CD9-9BF2-C334EB2FDBF1}" sibTransId="{CAD51588-113A-44B2-A317-A3DF7E300492}"/>
    <dgm:cxn modelId="{B5E28984-E1AB-4D5F-A83E-B3ECA7D07C0E}" type="presOf" srcId="{7B293D5A-E605-4C3E-8C3D-60361B3E81DE}" destId="{4C3D66A1-5AA0-4D22-8876-17344483514E}" srcOrd="0" destOrd="0" presId="urn:microsoft.com/office/officeart/2018/5/layout/IconCircleLabelList"/>
    <dgm:cxn modelId="{15967EA1-1786-463F-ADA1-3DBE8BB6A7E6}" srcId="{8D79A833-830C-4494-9341-903FAD76281B}" destId="{77C2A1A3-ECE9-4B13-BB9C-07F49B2CBC09}" srcOrd="3" destOrd="0" parTransId="{E089E0B1-59F6-48D0-A25D-B3EC1F970EE3}" sibTransId="{BF03C22A-1805-435B-89B7-F3C7EFD509B9}"/>
    <dgm:cxn modelId="{27CCABA6-FD3B-45C9-B922-4544D126472C}" type="presOf" srcId="{C0B28890-F174-4DED-9A98-76E88821C395}" destId="{7BA040C2-4224-4C6D-BD54-9EFE6EB1D974}" srcOrd="0" destOrd="0" presId="urn:microsoft.com/office/officeart/2018/5/layout/IconCircleLabelList"/>
    <dgm:cxn modelId="{784942B9-E8B9-474C-A3B0-854402FA0690}" srcId="{8D79A833-830C-4494-9341-903FAD76281B}" destId="{F1120E4C-723D-4A9A-B755-F406591F9B4E}" srcOrd="1" destOrd="0" parTransId="{C59AA531-C359-4EB2-9B97-D8861957AC71}" sibTransId="{ACAAB0CC-8226-4CB9-A0B0-E34CEBAF04DD}"/>
    <dgm:cxn modelId="{8058A2CB-59A3-40F7-A3D2-815138C160AA}" srcId="{8D79A833-830C-4494-9341-903FAD76281B}" destId="{C4AF8AD2-432F-4717-87A5-D2626BD04F9F}" srcOrd="4" destOrd="0" parTransId="{F7B6B109-9399-48F8-9678-BEF08246BA70}" sibTransId="{F6039E70-3E73-4E24-A7A2-3F482FAF06BF}"/>
    <dgm:cxn modelId="{53FA53EA-290B-4440-B076-5A71C47AF709}" type="presOf" srcId="{C4AF8AD2-432F-4717-87A5-D2626BD04F9F}" destId="{11CE842B-293A-4FAE-BA32-2218CB2B6820}" srcOrd="0" destOrd="0" presId="urn:microsoft.com/office/officeart/2018/5/layout/IconCircleLabelList"/>
    <dgm:cxn modelId="{14F93108-831D-4E9B-9AFA-AC9E1830ED4D}" type="presParOf" srcId="{50531B86-ECD0-4D5E-BC80-D58BB9A4650F}" destId="{5D27E03A-9AB7-432A-84FE-22ABC686462F}" srcOrd="0" destOrd="0" presId="urn:microsoft.com/office/officeart/2018/5/layout/IconCircleLabelList"/>
    <dgm:cxn modelId="{307C39E2-E13F-4E4C-B611-37310000AC9D}" type="presParOf" srcId="{5D27E03A-9AB7-432A-84FE-22ABC686462F}" destId="{A2AC67C7-BEC6-4380-83A1-553063E57411}" srcOrd="0" destOrd="0" presId="urn:microsoft.com/office/officeart/2018/5/layout/IconCircleLabelList"/>
    <dgm:cxn modelId="{37B8B36B-41A7-4C29-8FDA-D643BC916E7A}" type="presParOf" srcId="{5D27E03A-9AB7-432A-84FE-22ABC686462F}" destId="{EC119323-84B2-455B-8C80-5732059C4F0D}" srcOrd="1" destOrd="0" presId="urn:microsoft.com/office/officeart/2018/5/layout/IconCircleLabelList"/>
    <dgm:cxn modelId="{8A488343-1579-44FD-9A16-170E4E520AB0}" type="presParOf" srcId="{5D27E03A-9AB7-432A-84FE-22ABC686462F}" destId="{6C17FE04-21AA-45DE-87A0-ADC59D026B39}" srcOrd="2" destOrd="0" presId="urn:microsoft.com/office/officeart/2018/5/layout/IconCircleLabelList"/>
    <dgm:cxn modelId="{C78A01EA-1E87-4618-903C-5E34279A0185}" type="presParOf" srcId="{5D27E03A-9AB7-432A-84FE-22ABC686462F}" destId="{4C3D66A1-5AA0-4D22-8876-17344483514E}" srcOrd="3" destOrd="0" presId="urn:microsoft.com/office/officeart/2018/5/layout/IconCircleLabelList"/>
    <dgm:cxn modelId="{6A645861-E9FA-45FA-8282-A4D9A7D6C8EE}" type="presParOf" srcId="{50531B86-ECD0-4D5E-BC80-D58BB9A4650F}" destId="{74A6A67F-1FD9-465B-941F-37D0D1F26ADA}" srcOrd="1" destOrd="0" presId="urn:microsoft.com/office/officeart/2018/5/layout/IconCircleLabelList"/>
    <dgm:cxn modelId="{35162F5D-553E-4989-AAB8-03643F97563D}" type="presParOf" srcId="{50531B86-ECD0-4D5E-BC80-D58BB9A4650F}" destId="{C8F5A916-835D-4C4B-A016-FB713FB86C98}" srcOrd="2" destOrd="0" presId="urn:microsoft.com/office/officeart/2018/5/layout/IconCircleLabelList"/>
    <dgm:cxn modelId="{3640FDFA-1635-460D-9AD5-C4F08693AD07}" type="presParOf" srcId="{C8F5A916-835D-4C4B-A016-FB713FB86C98}" destId="{471063BF-48DF-416B-B57B-A37F3D1AC0DF}" srcOrd="0" destOrd="0" presId="urn:microsoft.com/office/officeart/2018/5/layout/IconCircleLabelList"/>
    <dgm:cxn modelId="{7F225B46-6DE1-47A6-81DD-343DDB40CBA3}" type="presParOf" srcId="{C8F5A916-835D-4C4B-A016-FB713FB86C98}" destId="{2E63E6A8-172D-4A50-895D-098DC9B00CC8}" srcOrd="1" destOrd="0" presId="urn:microsoft.com/office/officeart/2018/5/layout/IconCircleLabelList"/>
    <dgm:cxn modelId="{9A6AF363-7B97-47F3-8889-BD4780E47BA6}" type="presParOf" srcId="{C8F5A916-835D-4C4B-A016-FB713FB86C98}" destId="{BBE5547A-FBB2-426F-9C94-4B1F38C3EAC4}" srcOrd="2" destOrd="0" presId="urn:microsoft.com/office/officeart/2018/5/layout/IconCircleLabelList"/>
    <dgm:cxn modelId="{14330FF2-03DB-429A-9A59-168012596944}" type="presParOf" srcId="{C8F5A916-835D-4C4B-A016-FB713FB86C98}" destId="{19A52C10-8341-4BEA-9C2C-CE1809928310}" srcOrd="3" destOrd="0" presId="urn:microsoft.com/office/officeart/2018/5/layout/IconCircleLabelList"/>
    <dgm:cxn modelId="{516BE1FC-179F-421E-864A-F494CF6601B9}" type="presParOf" srcId="{50531B86-ECD0-4D5E-BC80-D58BB9A4650F}" destId="{BC3C44E3-0109-4710-B8FC-D9B8D1164E60}" srcOrd="3" destOrd="0" presId="urn:microsoft.com/office/officeart/2018/5/layout/IconCircleLabelList"/>
    <dgm:cxn modelId="{06FF2F24-339C-4929-A584-CA9376E2ACD3}" type="presParOf" srcId="{50531B86-ECD0-4D5E-BC80-D58BB9A4650F}" destId="{0D9575E9-EB48-4F6F-9C79-70F319692ED4}" srcOrd="4" destOrd="0" presId="urn:microsoft.com/office/officeart/2018/5/layout/IconCircleLabelList"/>
    <dgm:cxn modelId="{B8524EAD-187D-4668-9DE3-E13F4FCDA02E}" type="presParOf" srcId="{0D9575E9-EB48-4F6F-9C79-70F319692ED4}" destId="{C262DFB1-CCC1-4810-A752-9934FDFE01FC}" srcOrd="0" destOrd="0" presId="urn:microsoft.com/office/officeart/2018/5/layout/IconCircleLabelList"/>
    <dgm:cxn modelId="{796AE8D8-CDC9-432F-82FA-66C9475F6289}" type="presParOf" srcId="{0D9575E9-EB48-4F6F-9C79-70F319692ED4}" destId="{6AB3A0F1-98EB-41A0-9C23-28FC184283C9}" srcOrd="1" destOrd="0" presId="urn:microsoft.com/office/officeart/2018/5/layout/IconCircleLabelList"/>
    <dgm:cxn modelId="{363D2700-BDF7-4052-B221-A6634C0AEA42}" type="presParOf" srcId="{0D9575E9-EB48-4F6F-9C79-70F319692ED4}" destId="{C6E01CE9-728D-4E53-89B1-4371DF919425}" srcOrd="2" destOrd="0" presId="urn:microsoft.com/office/officeart/2018/5/layout/IconCircleLabelList"/>
    <dgm:cxn modelId="{30F43DE9-D93B-4D25-8458-F333253D31BF}" type="presParOf" srcId="{0D9575E9-EB48-4F6F-9C79-70F319692ED4}" destId="{4AD3ED33-8EB4-40FF-9522-2D5D4BB93A8C}" srcOrd="3" destOrd="0" presId="urn:microsoft.com/office/officeart/2018/5/layout/IconCircleLabelList"/>
    <dgm:cxn modelId="{8360593B-69BC-4AEF-A99E-5EE9BAD7AFAD}" type="presParOf" srcId="{50531B86-ECD0-4D5E-BC80-D58BB9A4650F}" destId="{6090B0B4-19BE-45E6-B8D0-BCA24FFCE36C}" srcOrd="5" destOrd="0" presId="urn:microsoft.com/office/officeart/2018/5/layout/IconCircleLabelList"/>
    <dgm:cxn modelId="{96507598-F635-406A-B1C3-ECD4B24906F6}" type="presParOf" srcId="{50531B86-ECD0-4D5E-BC80-D58BB9A4650F}" destId="{0F36AD6C-E76D-42B2-AF48-7C8EF9542AED}" srcOrd="6" destOrd="0" presId="urn:microsoft.com/office/officeart/2018/5/layout/IconCircleLabelList"/>
    <dgm:cxn modelId="{48E23BD5-07BA-4456-9E86-AFC4B21F5BC7}" type="presParOf" srcId="{0F36AD6C-E76D-42B2-AF48-7C8EF9542AED}" destId="{8A7BB250-AE75-4DCF-92AF-B4AAB404B6FA}" srcOrd="0" destOrd="0" presId="urn:microsoft.com/office/officeart/2018/5/layout/IconCircleLabelList"/>
    <dgm:cxn modelId="{5021EAEE-54E4-4712-A11B-7F97B8E03A1E}" type="presParOf" srcId="{0F36AD6C-E76D-42B2-AF48-7C8EF9542AED}" destId="{4CC218FB-8991-43D4-AFFC-B457ADD1ED86}" srcOrd="1" destOrd="0" presId="urn:microsoft.com/office/officeart/2018/5/layout/IconCircleLabelList"/>
    <dgm:cxn modelId="{E47926E5-0A2F-45CA-9C3F-651C85AF3E88}" type="presParOf" srcId="{0F36AD6C-E76D-42B2-AF48-7C8EF9542AED}" destId="{9E8E73E8-9FA4-4B63-824E-3CBEC8E1F6A0}" srcOrd="2" destOrd="0" presId="urn:microsoft.com/office/officeart/2018/5/layout/IconCircleLabelList"/>
    <dgm:cxn modelId="{4C3E8EC0-7892-48BC-8336-E95F75A1DB35}" type="presParOf" srcId="{0F36AD6C-E76D-42B2-AF48-7C8EF9542AED}" destId="{FEE57D27-3688-4B66-9A52-6261D2013363}" srcOrd="3" destOrd="0" presId="urn:microsoft.com/office/officeart/2018/5/layout/IconCircleLabelList"/>
    <dgm:cxn modelId="{916CC7D2-436A-4345-9D86-106B4AEDBFB8}" type="presParOf" srcId="{50531B86-ECD0-4D5E-BC80-D58BB9A4650F}" destId="{39EBC43F-6940-4472-88FA-25E88B69D160}" srcOrd="7" destOrd="0" presId="urn:microsoft.com/office/officeart/2018/5/layout/IconCircleLabelList"/>
    <dgm:cxn modelId="{A4C716F7-58F4-42FA-8702-C68F2CFFAFB4}" type="presParOf" srcId="{50531B86-ECD0-4D5E-BC80-D58BB9A4650F}" destId="{67EC6176-ED9B-4591-88F8-7C02902CBD2B}" srcOrd="8" destOrd="0" presId="urn:microsoft.com/office/officeart/2018/5/layout/IconCircleLabelList"/>
    <dgm:cxn modelId="{2D824610-55CF-4BB1-8E0B-7D8E150A118B}" type="presParOf" srcId="{67EC6176-ED9B-4591-88F8-7C02902CBD2B}" destId="{FAE5F0A6-7799-4EDC-876D-EADCEFA35919}" srcOrd="0" destOrd="0" presId="urn:microsoft.com/office/officeart/2018/5/layout/IconCircleLabelList"/>
    <dgm:cxn modelId="{87006D92-7956-47C6-B5AF-44C361C90217}" type="presParOf" srcId="{67EC6176-ED9B-4591-88F8-7C02902CBD2B}" destId="{D4890FDB-B528-42ED-9720-4DFEAFF3BC29}" srcOrd="1" destOrd="0" presId="urn:microsoft.com/office/officeart/2018/5/layout/IconCircleLabelList"/>
    <dgm:cxn modelId="{B2070528-7CEB-4799-B64F-4ED8068FCB54}" type="presParOf" srcId="{67EC6176-ED9B-4591-88F8-7C02902CBD2B}" destId="{ADA96F5E-A3C4-47E6-84CD-4DE0D13CEFF0}" srcOrd="2" destOrd="0" presId="urn:microsoft.com/office/officeart/2018/5/layout/IconCircleLabelList"/>
    <dgm:cxn modelId="{8C29149B-AFBA-415A-8939-070257C6570D}" type="presParOf" srcId="{67EC6176-ED9B-4591-88F8-7C02902CBD2B}" destId="{11CE842B-293A-4FAE-BA32-2218CB2B6820}" srcOrd="3" destOrd="0" presId="urn:microsoft.com/office/officeart/2018/5/layout/IconCircleLabelList"/>
    <dgm:cxn modelId="{E3634D74-17AC-47C9-86C0-E1595D19E846}" type="presParOf" srcId="{50531B86-ECD0-4D5E-BC80-D58BB9A4650F}" destId="{0516FE79-4C5A-4C09-B855-73585FD43402}" srcOrd="9" destOrd="0" presId="urn:microsoft.com/office/officeart/2018/5/layout/IconCircleLabelList"/>
    <dgm:cxn modelId="{E6A993A7-BCB0-4AC6-847E-691888911191}" type="presParOf" srcId="{50531B86-ECD0-4D5E-BC80-D58BB9A4650F}" destId="{55600BC3-6F5C-4B8F-9600-1FDC9A110C72}" srcOrd="10" destOrd="0" presId="urn:microsoft.com/office/officeart/2018/5/layout/IconCircleLabelList"/>
    <dgm:cxn modelId="{D2C680D1-3683-41D0-A0D6-64DEF8DF7E71}" type="presParOf" srcId="{55600BC3-6F5C-4B8F-9600-1FDC9A110C72}" destId="{25CE9289-F89B-4039-9E50-BFEC78CCFD31}" srcOrd="0" destOrd="0" presId="urn:microsoft.com/office/officeart/2018/5/layout/IconCircleLabelList"/>
    <dgm:cxn modelId="{F814A7F1-C121-4579-A197-6958F3911C15}" type="presParOf" srcId="{55600BC3-6F5C-4B8F-9600-1FDC9A110C72}" destId="{B14E5CC0-8AD9-4709-A549-91A39D4D266C}" srcOrd="1" destOrd="0" presId="urn:microsoft.com/office/officeart/2018/5/layout/IconCircleLabelList"/>
    <dgm:cxn modelId="{458F1A49-B830-4CE3-B14E-3B757C64ABB2}" type="presParOf" srcId="{55600BC3-6F5C-4B8F-9600-1FDC9A110C72}" destId="{1639263E-AB3F-4223-A271-27A3733F169D}" srcOrd="2" destOrd="0" presId="urn:microsoft.com/office/officeart/2018/5/layout/IconCircleLabelList"/>
    <dgm:cxn modelId="{BD4DAFB1-A30E-4EE6-855F-27D9C4C8A8D5}" type="presParOf" srcId="{55600BC3-6F5C-4B8F-9600-1FDC9A110C72}" destId="{30F11201-7211-4EC0-9B14-CB91FE56C5C2}" srcOrd="3" destOrd="0" presId="urn:microsoft.com/office/officeart/2018/5/layout/IconCircleLabelList"/>
    <dgm:cxn modelId="{3C34204D-FF80-4BEF-8CFA-45878E4D6370}" type="presParOf" srcId="{50531B86-ECD0-4D5E-BC80-D58BB9A4650F}" destId="{A5E11B1D-F7B7-4D30-91EE-0DD504C52371}" srcOrd="11" destOrd="0" presId="urn:microsoft.com/office/officeart/2018/5/layout/IconCircleLabelList"/>
    <dgm:cxn modelId="{9331B476-B12F-4A86-8316-B6F16F7B44CE}" type="presParOf" srcId="{50531B86-ECD0-4D5E-BC80-D58BB9A4650F}" destId="{461353BA-61AB-44A7-A535-047DDA487F1C}" srcOrd="12" destOrd="0" presId="urn:microsoft.com/office/officeart/2018/5/layout/IconCircleLabelList"/>
    <dgm:cxn modelId="{E0083083-33CA-4751-985C-0F2CC9BA67A0}" type="presParOf" srcId="{461353BA-61AB-44A7-A535-047DDA487F1C}" destId="{0187F72E-8927-4730-B7A1-70C914B95CB2}" srcOrd="0" destOrd="0" presId="urn:microsoft.com/office/officeart/2018/5/layout/IconCircleLabelList"/>
    <dgm:cxn modelId="{E75A16AF-86FB-46F5-AA60-88B1FA852AD2}" type="presParOf" srcId="{461353BA-61AB-44A7-A535-047DDA487F1C}" destId="{54497727-81EF-4000-895E-1B754E1B96D7}" srcOrd="1" destOrd="0" presId="urn:microsoft.com/office/officeart/2018/5/layout/IconCircleLabelList"/>
    <dgm:cxn modelId="{523B1AF9-EFFB-4672-BCD1-DD10963E0CE9}" type="presParOf" srcId="{461353BA-61AB-44A7-A535-047DDA487F1C}" destId="{AF1B343F-B22C-4121-A1E5-2290180A2D31}" srcOrd="2" destOrd="0" presId="urn:microsoft.com/office/officeart/2018/5/layout/IconCircleLabelList"/>
    <dgm:cxn modelId="{1893EE92-C76B-4596-B46E-3CB657D3239C}" type="presParOf" srcId="{461353BA-61AB-44A7-A535-047DDA487F1C}" destId="{7BA040C2-4224-4C6D-BD54-9EFE6EB1D974}" srcOrd="3" destOrd="0" presId="urn:microsoft.com/office/officeart/2018/5/layout/IconCircleLabelList"/>
    <dgm:cxn modelId="{C3745A68-454F-429F-9CDD-65C7D1AB87C3}" type="presParOf" srcId="{50531B86-ECD0-4D5E-BC80-D58BB9A4650F}" destId="{DE9CB71A-B602-4CDE-A3C3-A95A024431EC}" srcOrd="13" destOrd="0" presId="urn:microsoft.com/office/officeart/2018/5/layout/IconCircleLabelList"/>
    <dgm:cxn modelId="{1D200683-065F-4BD9-BBA3-6CB2773AC00B}" type="presParOf" srcId="{50531B86-ECD0-4D5E-BC80-D58BB9A4650F}" destId="{D9728900-89F9-4BC5-A3BF-F712F773DC86}" srcOrd="14" destOrd="0" presId="urn:microsoft.com/office/officeart/2018/5/layout/IconCircleLabelList"/>
    <dgm:cxn modelId="{535FD61E-C5EA-4370-A65E-5A5B7D410AD1}" type="presParOf" srcId="{D9728900-89F9-4BC5-A3BF-F712F773DC86}" destId="{50DE2240-956E-4E30-B421-EBED2E1F16E1}" srcOrd="0" destOrd="0" presId="urn:microsoft.com/office/officeart/2018/5/layout/IconCircleLabelList"/>
    <dgm:cxn modelId="{E3361EFA-FCC9-41FC-B15D-03BCCE4F9AA6}" type="presParOf" srcId="{D9728900-89F9-4BC5-A3BF-F712F773DC86}" destId="{5FF117F3-A3F1-44F5-9C43-C8C96E184D64}" srcOrd="1" destOrd="0" presId="urn:microsoft.com/office/officeart/2018/5/layout/IconCircleLabelList"/>
    <dgm:cxn modelId="{22E30FA3-4EB6-4D7F-8662-C40D1C14B182}" type="presParOf" srcId="{D9728900-89F9-4BC5-A3BF-F712F773DC86}" destId="{3EFA136A-17DA-47CC-860F-9F927A2377A8}" srcOrd="2" destOrd="0" presId="urn:microsoft.com/office/officeart/2018/5/layout/IconCircleLabelList"/>
    <dgm:cxn modelId="{235B1EC6-054D-4173-B253-2D1F40953494}" type="presParOf" srcId="{D9728900-89F9-4BC5-A3BF-F712F773DC86}" destId="{80F4169B-C4B1-4F9E-BEDE-A3DCB34CFFB9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7D197E5-2AB8-4CE9-95CB-47C3E086213F}" type="doc">
      <dgm:prSet loTypeId="urn:microsoft.com/office/officeart/2005/8/layout/cycle5" loCatId="cycle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CF8B4683-BAF5-45FF-BEA2-D25D5454710C}">
      <dgm:prSet/>
      <dgm:spPr/>
      <dgm:t>
        <a:bodyPr/>
        <a:lstStyle/>
        <a:p>
          <a:r>
            <a:rPr lang="en-US"/>
            <a:t>A effectuer mois 1-2 | 2-3 heures</a:t>
          </a:r>
        </a:p>
      </dgm:t>
    </dgm:pt>
    <dgm:pt modelId="{F6A130B9-24C6-4DA4-8A84-54415C07EC69}" type="parTrans" cxnId="{1D5F669D-BD70-4FF3-AF04-B396FB448034}">
      <dgm:prSet/>
      <dgm:spPr/>
      <dgm:t>
        <a:bodyPr/>
        <a:lstStyle/>
        <a:p>
          <a:endParaRPr lang="en-US"/>
        </a:p>
      </dgm:t>
    </dgm:pt>
    <dgm:pt modelId="{CAF10A25-2BB6-4865-9B24-5E7F5DDB7FF7}" type="sibTrans" cxnId="{1D5F669D-BD70-4FF3-AF04-B396FB448034}">
      <dgm:prSet/>
      <dgm:spPr/>
      <dgm:t>
        <a:bodyPr/>
        <a:lstStyle/>
        <a:p>
          <a:endParaRPr lang="en-US"/>
        </a:p>
      </dgm:t>
    </dgm:pt>
    <dgm:pt modelId="{4FFA3D08-A91B-4BB7-AFEC-47E93642599B}">
      <dgm:prSet/>
      <dgm:spPr/>
      <dgm:t>
        <a:bodyPr/>
        <a:lstStyle/>
        <a:p>
          <a:r>
            <a:rPr lang="en-US"/>
            <a:t>1. Installer Sysmon</a:t>
          </a:r>
        </a:p>
      </dgm:t>
    </dgm:pt>
    <dgm:pt modelId="{A5679902-DA2C-450B-B1D9-C72464B7BB83}" type="parTrans" cxnId="{BE6F39D2-0C80-4C92-A8F2-8D373C887A38}">
      <dgm:prSet/>
      <dgm:spPr/>
      <dgm:t>
        <a:bodyPr/>
        <a:lstStyle/>
        <a:p>
          <a:endParaRPr lang="en-US"/>
        </a:p>
      </dgm:t>
    </dgm:pt>
    <dgm:pt modelId="{24FEA680-9E8A-4C4F-A19E-7BC8586853E9}" type="sibTrans" cxnId="{BE6F39D2-0C80-4C92-A8F2-8D373C887A38}">
      <dgm:prSet/>
      <dgm:spPr/>
      <dgm:t>
        <a:bodyPr/>
        <a:lstStyle/>
        <a:p>
          <a:endParaRPr lang="en-US"/>
        </a:p>
      </dgm:t>
    </dgm:pt>
    <dgm:pt modelId="{FAFA7F8C-983F-4E16-A7D5-C9E6DCC906A1}">
      <dgm:prSet/>
      <dgm:spPr/>
      <dgm:t>
        <a:bodyPr/>
        <a:lstStyle/>
        <a:p>
          <a:r>
            <a:rPr lang="en-US"/>
            <a:t>2. Configurer WSUS</a:t>
          </a:r>
        </a:p>
      </dgm:t>
    </dgm:pt>
    <dgm:pt modelId="{B4DCD6B0-785E-4DDF-9ADA-70B57A40A07D}" type="parTrans" cxnId="{D17BAA20-2F8D-42C1-B8D2-8C4759E70D18}">
      <dgm:prSet/>
      <dgm:spPr/>
      <dgm:t>
        <a:bodyPr/>
        <a:lstStyle/>
        <a:p>
          <a:endParaRPr lang="en-US"/>
        </a:p>
      </dgm:t>
    </dgm:pt>
    <dgm:pt modelId="{8F665F68-5C14-4B36-9DED-274CA3111127}" type="sibTrans" cxnId="{D17BAA20-2F8D-42C1-B8D2-8C4759E70D18}">
      <dgm:prSet/>
      <dgm:spPr/>
      <dgm:t>
        <a:bodyPr/>
        <a:lstStyle/>
        <a:p>
          <a:endParaRPr lang="en-US"/>
        </a:p>
      </dgm:t>
    </dgm:pt>
    <dgm:pt modelId="{CB90D06C-165F-4072-BEE8-4D2903599476}">
      <dgm:prSet/>
      <dgm:spPr/>
      <dgm:t>
        <a:bodyPr/>
        <a:lstStyle/>
        <a:p>
          <a:r>
            <a:rPr lang="en-US"/>
            <a:t>3. Activer Credential Guard</a:t>
          </a:r>
        </a:p>
      </dgm:t>
    </dgm:pt>
    <dgm:pt modelId="{89FDF91C-51A9-471B-B98E-B81408B76826}" type="parTrans" cxnId="{967B41D2-E469-4751-8F4C-8050333F8D78}">
      <dgm:prSet/>
      <dgm:spPr/>
      <dgm:t>
        <a:bodyPr/>
        <a:lstStyle/>
        <a:p>
          <a:endParaRPr lang="en-US"/>
        </a:p>
      </dgm:t>
    </dgm:pt>
    <dgm:pt modelId="{F4F219E3-CBEA-418B-B7DB-DE709B3518A6}" type="sibTrans" cxnId="{967B41D2-E469-4751-8F4C-8050333F8D78}">
      <dgm:prSet/>
      <dgm:spPr/>
      <dgm:t>
        <a:bodyPr/>
        <a:lstStyle/>
        <a:p>
          <a:endParaRPr lang="en-US"/>
        </a:p>
      </dgm:t>
    </dgm:pt>
    <dgm:pt modelId="{19322F53-93C1-4F69-A343-1F0B1FADF567}">
      <dgm:prSet/>
      <dgm:spPr/>
      <dgm:t>
        <a:bodyPr/>
        <a:lstStyle/>
        <a:p>
          <a:r>
            <a:rPr lang="en-US"/>
            <a:t>4. Activer Secure Boot</a:t>
          </a:r>
        </a:p>
      </dgm:t>
    </dgm:pt>
    <dgm:pt modelId="{7E740416-D29D-4B19-BCE1-E7D86620ADC5}" type="parTrans" cxnId="{45DAB3F5-4887-40F7-B156-F789F075B4BF}">
      <dgm:prSet/>
      <dgm:spPr/>
      <dgm:t>
        <a:bodyPr/>
        <a:lstStyle/>
        <a:p>
          <a:endParaRPr lang="en-US"/>
        </a:p>
      </dgm:t>
    </dgm:pt>
    <dgm:pt modelId="{79B9CC3A-BDFB-487A-8182-E5FDC3D2D552}" type="sibTrans" cxnId="{45DAB3F5-4887-40F7-B156-F789F075B4BF}">
      <dgm:prSet/>
      <dgm:spPr/>
      <dgm:t>
        <a:bodyPr/>
        <a:lstStyle/>
        <a:p>
          <a:endParaRPr lang="en-US"/>
        </a:p>
      </dgm:t>
    </dgm:pt>
    <dgm:pt modelId="{48FDC0A0-B0A4-4224-B5DB-F4E4A0944579}">
      <dgm:prSet/>
      <dgm:spPr/>
      <dgm:t>
        <a:bodyPr/>
        <a:lstStyle/>
        <a:p>
          <a:r>
            <a:rPr lang="en-US"/>
            <a:t>5. Configurer Windows Hello</a:t>
          </a:r>
        </a:p>
      </dgm:t>
    </dgm:pt>
    <dgm:pt modelId="{079275A4-00A8-481B-878D-510ABC8B0092}" type="parTrans" cxnId="{3690361D-812E-42A3-8778-6AAEAD106E3C}">
      <dgm:prSet/>
      <dgm:spPr/>
      <dgm:t>
        <a:bodyPr/>
        <a:lstStyle/>
        <a:p>
          <a:endParaRPr lang="en-US"/>
        </a:p>
      </dgm:t>
    </dgm:pt>
    <dgm:pt modelId="{204B9990-6413-4D18-8791-5006BF97D6C3}" type="sibTrans" cxnId="{3690361D-812E-42A3-8778-6AAEAD106E3C}">
      <dgm:prSet/>
      <dgm:spPr/>
      <dgm:t>
        <a:bodyPr/>
        <a:lstStyle/>
        <a:p>
          <a:endParaRPr lang="en-US"/>
        </a:p>
      </dgm:t>
    </dgm:pt>
    <dgm:pt modelId="{CE488F4F-A323-43AE-A662-31990F1B4693}">
      <dgm:prSet/>
      <dgm:spPr/>
      <dgm:t>
        <a:bodyPr/>
        <a:lstStyle/>
        <a:p>
          <a:r>
            <a:rPr lang="en-US"/>
            <a:t>6. Configurer AppLocker</a:t>
          </a:r>
        </a:p>
      </dgm:t>
    </dgm:pt>
    <dgm:pt modelId="{328E69EB-B91D-4343-ABC2-65B8D6178E01}" type="parTrans" cxnId="{E023EBC2-58BE-46C1-8D4F-FE769AABA374}">
      <dgm:prSet/>
      <dgm:spPr/>
      <dgm:t>
        <a:bodyPr/>
        <a:lstStyle/>
        <a:p>
          <a:endParaRPr lang="en-US"/>
        </a:p>
      </dgm:t>
    </dgm:pt>
    <dgm:pt modelId="{24DF61EC-07D7-4979-873E-4052C1FC64C9}" type="sibTrans" cxnId="{E023EBC2-58BE-46C1-8D4F-FE769AABA374}">
      <dgm:prSet/>
      <dgm:spPr/>
      <dgm:t>
        <a:bodyPr/>
        <a:lstStyle/>
        <a:p>
          <a:endParaRPr lang="en-US"/>
        </a:p>
      </dgm:t>
    </dgm:pt>
    <dgm:pt modelId="{FE066250-FD0D-4223-A158-65A78C60ED10}">
      <dgm:prSet/>
      <dgm:spPr/>
      <dgm:t>
        <a:bodyPr/>
        <a:lstStyle/>
        <a:p>
          <a:r>
            <a:rPr lang="en-US"/>
            <a:t>IMPACT: Securite optimisee</a:t>
          </a:r>
        </a:p>
      </dgm:t>
    </dgm:pt>
    <dgm:pt modelId="{F7DE4C43-E5E6-4593-9ADB-7AA823CDA70A}" type="parTrans" cxnId="{A46F8530-8F6A-41E2-A406-7D134F908FC8}">
      <dgm:prSet/>
      <dgm:spPr/>
      <dgm:t>
        <a:bodyPr/>
        <a:lstStyle/>
        <a:p>
          <a:endParaRPr lang="en-US"/>
        </a:p>
      </dgm:t>
    </dgm:pt>
    <dgm:pt modelId="{CAD33BC6-DC6B-4B61-B06C-FE7C06DDFA2F}" type="sibTrans" cxnId="{A46F8530-8F6A-41E2-A406-7D134F908FC8}">
      <dgm:prSet/>
      <dgm:spPr/>
      <dgm:t>
        <a:bodyPr/>
        <a:lstStyle/>
        <a:p>
          <a:endParaRPr lang="en-US"/>
        </a:p>
      </dgm:t>
    </dgm:pt>
    <dgm:pt modelId="{7A351DE8-BBD7-458B-9696-8CA725E28CE7}" type="pres">
      <dgm:prSet presAssocID="{E7D197E5-2AB8-4CE9-95CB-47C3E086213F}" presName="cycle" presStyleCnt="0">
        <dgm:presLayoutVars>
          <dgm:dir/>
          <dgm:resizeHandles val="exact"/>
        </dgm:presLayoutVars>
      </dgm:prSet>
      <dgm:spPr/>
    </dgm:pt>
    <dgm:pt modelId="{93915ABA-83A6-4D90-8976-6C06ABB4F828}" type="pres">
      <dgm:prSet presAssocID="{CF8B4683-BAF5-45FF-BEA2-D25D5454710C}" presName="node" presStyleLbl="node1" presStyleIdx="0" presStyleCnt="8">
        <dgm:presLayoutVars>
          <dgm:bulletEnabled val="1"/>
        </dgm:presLayoutVars>
      </dgm:prSet>
      <dgm:spPr/>
    </dgm:pt>
    <dgm:pt modelId="{2440E277-9843-4732-B0A0-DE85A0DFEAA6}" type="pres">
      <dgm:prSet presAssocID="{CF8B4683-BAF5-45FF-BEA2-D25D5454710C}" presName="spNode" presStyleCnt="0"/>
      <dgm:spPr/>
    </dgm:pt>
    <dgm:pt modelId="{DD1E58BC-1361-4264-8386-5C3F9007146D}" type="pres">
      <dgm:prSet presAssocID="{CAF10A25-2BB6-4865-9B24-5E7F5DDB7FF7}" presName="sibTrans" presStyleLbl="sibTrans1D1" presStyleIdx="0" presStyleCnt="8"/>
      <dgm:spPr/>
    </dgm:pt>
    <dgm:pt modelId="{8A933D94-45F5-4495-815E-E1B515CF7AB4}" type="pres">
      <dgm:prSet presAssocID="{4FFA3D08-A91B-4BB7-AFEC-47E93642599B}" presName="node" presStyleLbl="node1" presStyleIdx="1" presStyleCnt="8">
        <dgm:presLayoutVars>
          <dgm:bulletEnabled val="1"/>
        </dgm:presLayoutVars>
      </dgm:prSet>
      <dgm:spPr/>
    </dgm:pt>
    <dgm:pt modelId="{4E68D20A-5690-4C29-B940-BE98301E4C48}" type="pres">
      <dgm:prSet presAssocID="{4FFA3D08-A91B-4BB7-AFEC-47E93642599B}" presName="spNode" presStyleCnt="0"/>
      <dgm:spPr/>
    </dgm:pt>
    <dgm:pt modelId="{F341DBE4-3CF9-4B6D-8F5A-65737229E8BA}" type="pres">
      <dgm:prSet presAssocID="{24FEA680-9E8A-4C4F-A19E-7BC8586853E9}" presName="sibTrans" presStyleLbl="sibTrans1D1" presStyleIdx="1" presStyleCnt="8"/>
      <dgm:spPr/>
    </dgm:pt>
    <dgm:pt modelId="{F7E786B1-545B-4D6C-B4C1-FE272522CF58}" type="pres">
      <dgm:prSet presAssocID="{FAFA7F8C-983F-4E16-A7D5-C9E6DCC906A1}" presName="node" presStyleLbl="node1" presStyleIdx="2" presStyleCnt="8">
        <dgm:presLayoutVars>
          <dgm:bulletEnabled val="1"/>
        </dgm:presLayoutVars>
      </dgm:prSet>
      <dgm:spPr/>
    </dgm:pt>
    <dgm:pt modelId="{55EAA3E0-FFB9-4936-8FF4-8AC7825F713A}" type="pres">
      <dgm:prSet presAssocID="{FAFA7F8C-983F-4E16-A7D5-C9E6DCC906A1}" presName="spNode" presStyleCnt="0"/>
      <dgm:spPr/>
    </dgm:pt>
    <dgm:pt modelId="{D4942FE4-9934-43E4-883F-87007A457BBF}" type="pres">
      <dgm:prSet presAssocID="{8F665F68-5C14-4B36-9DED-274CA3111127}" presName="sibTrans" presStyleLbl="sibTrans1D1" presStyleIdx="2" presStyleCnt="8"/>
      <dgm:spPr/>
    </dgm:pt>
    <dgm:pt modelId="{304ACA8F-F899-4BB1-8727-B8E061E0FB90}" type="pres">
      <dgm:prSet presAssocID="{CB90D06C-165F-4072-BEE8-4D2903599476}" presName="node" presStyleLbl="node1" presStyleIdx="3" presStyleCnt="8">
        <dgm:presLayoutVars>
          <dgm:bulletEnabled val="1"/>
        </dgm:presLayoutVars>
      </dgm:prSet>
      <dgm:spPr/>
    </dgm:pt>
    <dgm:pt modelId="{07A83301-D771-4C6C-B12A-7575BAE32E30}" type="pres">
      <dgm:prSet presAssocID="{CB90D06C-165F-4072-BEE8-4D2903599476}" presName="spNode" presStyleCnt="0"/>
      <dgm:spPr/>
    </dgm:pt>
    <dgm:pt modelId="{5DAD2EDC-598A-4008-8F12-17CA9C6CD409}" type="pres">
      <dgm:prSet presAssocID="{F4F219E3-CBEA-418B-B7DB-DE709B3518A6}" presName="sibTrans" presStyleLbl="sibTrans1D1" presStyleIdx="3" presStyleCnt="8"/>
      <dgm:spPr/>
    </dgm:pt>
    <dgm:pt modelId="{7A49D2DD-4827-40EB-8343-E68F289C3DA2}" type="pres">
      <dgm:prSet presAssocID="{19322F53-93C1-4F69-A343-1F0B1FADF567}" presName="node" presStyleLbl="node1" presStyleIdx="4" presStyleCnt="8">
        <dgm:presLayoutVars>
          <dgm:bulletEnabled val="1"/>
        </dgm:presLayoutVars>
      </dgm:prSet>
      <dgm:spPr/>
    </dgm:pt>
    <dgm:pt modelId="{67253CBF-C89F-4456-8CB3-E6338838D4A8}" type="pres">
      <dgm:prSet presAssocID="{19322F53-93C1-4F69-A343-1F0B1FADF567}" presName="spNode" presStyleCnt="0"/>
      <dgm:spPr/>
    </dgm:pt>
    <dgm:pt modelId="{A4FED156-2D50-465D-B8C2-23E9A66E486D}" type="pres">
      <dgm:prSet presAssocID="{79B9CC3A-BDFB-487A-8182-E5FDC3D2D552}" presName="sibTrans" presStyleLbl="sibTrans1D1" presStyleIdx="4" presStyleCnt="8"/>
      <dgm:spPr/>
    </dgm:pt>
    <dgm:pt modelId="{AF867BA5-6FC3-414B-AE5C-27772835C98A}" type="pres">
      <dgm:prSet presAssocID="{48FDC0A0-B0A4-4224-B5DB-F4E4A0944579}" presName="node" presStyleLbl="node1" presStyleIdx="5" presStyleCnt="8">
        <dgm:presLayoutVars>
          <dgm:bulletEnabled val="1"/>
        </dgm:presLayoutVars>
      </dgm:prSet>
      <dgm:spPr/>
    </dgm:pt>
    <dgm:pt modelId="{1E3555A4-4C30-4FE5-A915-29080C7E7EAD}" type="pres">
      <dgm:prSet presAssocID="{48FDC0A0-B0A4-4224-B5DB-F4E4A0944579}" presName="spNode" presStyleCnt="0"/>
      <dgm:spPr/>
    </dgm:pt>
    <dgm:pt modelId="{C7A56D77-5DF8-4EAD-AED1-6803F6001F4E}" type="pres">
      <dgm:prSet presAssocID="{204B9990-6413-4D18-8791-5006BF97D6C3}" presName="sibTrans" presStyleLbl="sibTrans1D1" presStyleIdx="5" presStyleCnt="8"/>
      <dgm:spPr/>
    </dgm:pt>
    <dgm:pt modelId="{F5FB0532-7B30-4710-A040-188DE294DF43}" type="pres">
      <dgm:prSet presAssocID="{CE488F4F-A323-43AE-A662-31990F1B4693}" presName="node" presStyleLbl="node1" presStyleIdx="6" presStyleCnt="8">
        <dgm:presLayoutVars>
          <dgm:bulletEnabled val="1"/>
        </dgm:presLayoutVars>
      </dgm:prSet>
      <dgm:spPr/>
    </dgm:pt>
    <dgm:pt modelId="{33438F94-C318-4D8C-A127-AF0B28907F56}" type="pres">
      <dgm:prSet presAssocID="{CE488F4F-A323-43AE-A662-31990F1B4693}" presName="spNode" presStyleCnt="0"/>
      <dgm:spPr/>
    </dgm:pt>
    <dgm:pt modelId="{2B7DF4B1-48CD-487A-9F18-2F48D7AC5C5C}" type="pres">
      <dgm:prSet presAssocID="{24DF61EC-07D7-4979-873E-4052C1FC64C9}" presName="sibTrans" presStyleLbl="sibTrans1D1" presStyleIdx="6" presStyleCnt="8"/>
      <dgm:spPr/>
    </dgm:pt>
    <dgm:pt modelId="{77869922-8959-4F97-8615-9B578CBCEFD8}" type="pres">
      <dgm:prSet presAssocID="{FE066250-FD0D-4223-A158-65A78C60ED10}" presName="node" presStyleLbl="node1" presStyleIdx="7" presStyleCnt="8">
        <dgm:presLayoutVars>
          <dgm:bulletEnabled val="1"/>
        </dgm:presLayoutVars>
      </dgm:prSet>
      <dgm:spPr/>
    </dgm:pt>
    <dgm:pt modelId="{3F5FE352-0816-4C07-9B2C-F8CDFC2BA27F}" type="pres">
      <dgm:prSet presAssocID="{FE066250-FD0D-4223-A158-65A78C60ED10}" presName="spNode" presStyleCnt="0"/>
      <dgm:spPr/>
    </dgm:pt>
    <dgm:pt modelId="{C3B3C37C-3AAF-4F0B-A64F-EF6E9F7CD151}" type="pres">
      <dgm:prSet presAssocID="{CAD33BC6-DC6B-4B61-B06C-FE7C06DDFA2F}" presName="sibTrans" presStyleLbl="sibTrans1D1" presStyleIdx="7" presStyleCnt="8"/>
      <dgm:spPr/>
    </dgm:pt>
  </dgm:ptLst>
  <dgm:cxnLst>
    <dgm:cxn modelId="{4EB56906-BDE7-45DA-ABA2-EC1521C00A1B}" type="presOf" srcId="{8F665F68-5C14-4B36-9DED-274CA3111127}" destId="{D4942FE4-9934-43E4-883F-87007A457BBF}" srcOrd="0" destOrd="0" presId="urn:microsoft.com/office/officeart/2005/8/layout/cycle5"/>
    <dgm:cxn modelId="{32DAF10B-70BC-4142-A9D5-ABBEC967DDF5}" type="presOf" srcId="{CF8B4683-BAF5-45FF-BEA2-D25D5454710C}" destId="{93915ABA-83A6-4D90-8976-6C06ABB4F828}" srcOrd="0" destOrd="0" presId="urn:microsoft.com/office/officeart/2005/8/layout/cycle5"/>
    <dgm:cxn modelId="{3690361D-812E-42A3-8778-6AAEAD106E3C}" srcId="{E7D197E5-2AB8-4CE9-95CB-47C3E086213F}" destId="{48FDC0A0-B0A4-4224-B5DB-F4E4A0944579}" srcOrd="5" destOrd="0" parTransId="{079275A4-00A8-481B-878D-510ABC8B0092}" sibTransId="{204B9990-6413-4D18-8791-5006BF97D6C3}"/>
    <dgm:cxn modelId="{D17BAA20-2F8D-42C1-B8D2-8C4759E70D18}" srcId="{E7D197E5-2AB8-4CE9-95CB-47C3E086213F}" destId="{FAFA7F8C-983F-4E16-A7D5-C9E6DCC906A1}" srcOrd="2" destOrd="0" parTransId="{B4DCD6B0-785E-4DDF-9ADA-70B57A40A07D}" sibTransId="{8F665F68-5C14-4B36-9DED-274CA3111127}"/>
    <dgm:cxn modelId="{5D5F2E27-0161-4177-819C-DB4009B5D17D}" type="presOf" srcId="{CB90D06C-165F-4072-BEE8-4D2903599476}" destId="{304ACA8F-F899-4BB1-8727-B8E061E0FB90}" srcOrd="0" destOrd="0" presId="urn:microsoft.com/office/officeart/2005/8/layout/cycle5"/>
    <dgm:cxn modelId="{586C1B2A-7CA1-4A55-BC8F-DB68FDD7799C}" type="presOf" srcId="{79B9CC3A-BDFB-487A-8182-E5FDC3D2D552}" destId="{A4FED156-2D50-465D-B8C2-23E9A66E486D}" srcOrd="0" destOrd="0" presId="urn:microsoft.com/office/officeart/2005/8/layout/cycle5"/>
    <dgm:cxn modelId="{C920752D-825F-4661-BF19-8A236E36BA2C}" type="presOf" srcId="{F4F219E3-CBEA-418B-B7DB-DE709B3518A6}" destId="{5DAD2EDC-598A-4008-8F12-17CA9C6CD409}" srcOrd="0" destOrd="0" presId="urn:microsoft.com/office/officeart/2005/8/layout/cycle5"/>
    <dgm:cxn modelId="{8EBE3E30-ABC2-43A9-BFBE-CBEC16A33CC5}" type="presOf" srcId="{FE066250-FD0D-4223-A158-65A78C60ED10}" destId="{77869922-8959-4F97-8615-9B578CBCEFD8}" srcOrd="0" destOrd="0" presId="urn:microsoft.com/office/officeart/2005/8/layout/cycle5"/>
    <dgm:cxn modelId="{A46F8530-8F6A-41E2-A406-7D134F908FC8}" srcId="{E7D197E5-2AB8-4CE9-95CB-47C3E086213F}" destId="{FE066250-FD0D-4223-A158-65A78C60ED10}" srcOrd="7" destOrd="0" parTransId="{F7DE4C43-E5E6-4593-9ADB-7AA823CDA70A}" sibTransId="{CAD33BC6-DC6B-4B61-B06C-FE7C06DDFA2F}"/>
    <dgm:cxn modelId="{29A4F736-89BC-46F6-A796-E048D3BF6D1D}" type="presOf" srcId="{4FFA3D08-A91B-4BB7-AFEC-47E93642599B}" destId="{8A933D94-45F5-4495-815E-E1B515CF7AB4}" srcOrd="0" destOrd="0" presId="urn:microsoft.com/office/officeart/2005/8/layout/cycle5"/>
    <dgm:cxn modelId="{DF522264-2CB2-4641-A833-47868EE9BF05}" type="presOf" srcId="{19322F53-93C1-4F69-A343-1F0B1FADF567}" destId="{7A49D2DD-4827-40EB-8343-E68F289C3DA2}" srcOrd="0" destOrd="0" presId="urn:microsoft.com/office/officeart/2005/8/layout/cycle5"/>
    <dgm:cxn modelId="{E705D66C-0372-409E-93CC-FB2F921DB1AF}" type="presOf" srcId="{48FDC0A0-B0A4-4224-B5DB-F4E4A0944579}" destId="{AF867BA5-6FC3-414B-AE5C-27772835C98A}" srcOrd="0" destOrd="0" presId="urn:microsoft.com/office/officeart/2005/8/layout/cycle5"/>
    <dgm:cxn modelId="{B2141B70-1B89-4205-8071-94F526B08BAC}" type="presOf" srcId="{CAF10A25-2BB6-4865-9B24-5E7F5DDB7FF7}" destId="{DD1E58BC-1361-4264-8386-5C3F9007146D}" srcOrd="0" destOrd="0" presId="urn:microsoft.com/office/officeart/2005/8/layout/cycle5"/>
    <dgm:cxn modelId="{5DE63C80-3CF5-4A53-8702-0D3B8D20BD5C}" type="presOf" srcId="{E7D197E5-2AB8-4CE9-95CB-47C3E086213F}" destId="{7A351DE8-BBD7-458B-9696-8CA725E28CE7}" srcOrd="0" destOrd="0" presId="urn:microsoft.com/office/officeart/2005/8/layout/cycle5"/>
    <dgm:cxn modelId="{4AEBCF96-BE60-4562-8428-9A97CDD2F754}" type="presOf" srcId="{CE488F4F-A323-43AE-A662-31990F1B4693}" destId="{F5FB0532-7B30-4710-A040-188DE294DF43}" srcOrd="0" destOrd="0" presId="urn:microsoft.com/office/officeart/2005/8/layout/cycle5"/>
    <dgm:cxn modelId="{1D5F669D-BD70-4FF3-AF04-B396FB448034}" srcId="{E7D197E5-2AB8-4CE9-95CB-47C3E086213F}" destId="{CF8B4683-BAF5-45FF-BEA2-D25D5454710C}" srcOrd="0" destOrd="0" parTransId="{F6A130B9-24C6-4DA4-8A84-54415C07EC69}" sibTransId="{CAF10A25-2BB6-4865-9B24-5E7F5DDB7FF7}"/>
    <dgm:cxn modelId="{68A023BE-94DD-4E5A-9AE5-772E56157777}" type="presOf" srcId="{24FEA680-9E8A-4C4F-A19E-7BC8586853E9}" destId="{F341DBE4-3CF9-4B6D-8F5A-65737229E8BA}" srcOrd="0" destOrd="0" presId="urn:microsoft.com/office/officeart/2005/8/layout/cycle5"/>
    <dgm:cxn modelId="{E023EBC2-58BE-46C1-8D4F-FE769AABA374}" srcId="{E7D197E5-2AB8-4CE9-95CB-47C3E086213F}" destId="{CE488F4F-A323-43AE-A662-31990F1B4693}" srcOrd="6" destOrd="0" parTransId="{328E69EB-B91D-4343-ABC2-65B8D6178E01}" sibTransId="{24DF61EC-07D7-4979-873E-4052C1FC64C9}"/>
    <dgm:cxn modelId="{4B3FB9CA-1171-495E-A4E4-53C5CEA64636}" type="presOf" srcId="{CAD33BC6-DC6B-4B61-B06C-FE7C06DDFA2F}" destId="{C3B3C37C-3AAF-4F0B-A64F-EF6E9F7CD151}" srcOrd="0" destOrd="0" presId="urn:microsoft.com/office/officeart/2005/8/layout/cycle5"/>
    <dgm:cxn modelId="{CCB6CBD1-DE37-498A-B410-4AF734C0B18C}" type="presOf" srcId="{204B9990-6413-4D18-8791-5006BF97D6C3}" destId="{C7A56D77-5DF8-4EAD-AED1-6803F6001F4E}" srcOrd="0" destOrd="0" presId="urn:microsoft.com/office/officeart/2005/8/layout/cycle5"/>
    <dgm:cxn modelId="{BE6F39D2-0C80-4C92-A8F2-8D373C887A38}" srcId="{E7D197E5-2AB8-4CE9-95CB-47C3E086213F}" destId="{4FFA3D08-A91B-4BB7-AFEC-47E93642599B}" srcOrd="1" destOrd="0" parTransId="{A5679902-DA2C-450B-B1D9-C72464B7BB83}" sibTransId="{24FEA680-9E8A-4C4F-A19E-7BC8586853E9}"/>
    <dgm:cxn modelId="{967B41D2-E469-4751-8F4C-8050333F8D78}" srcId="{E7D197E5-2AB8-4CE9-95CB-47C3E086213F}" destId="{CB90D06C-165F-4072-BEE8-4D2903599476}" srcOrd="3" destOrd="0" parTransId="{89FDF91C-51A9-471B-B98E-B81408B76826}" sibTransId="{F4F219E3-CBEA-418B-B7DB-DE709B3518A6}"/>
    <dgm:cxn modelId="{72A9E7DF-2B5B-46CA-9499-22A9E342963D}" type="presOf" srcId="{24DF61EC-07D7-4979-873E-4052C1FC64C9}" destId="{2B7DF4B1-48CD-487A-9F18-2F48D7AC5C5C}" srcOrd="0" destOrd="0" presId="urn:microsoft.com/office/officeart/2005/8/layout/cycle5"/>
    <dgm:cxn modelId="{648713F1-2FBC-48C4-B777-026DC296C24E}" type="presOf" srcId="{FAFA7F8C-983F-4E16-A7D5-C9E6DCC906A1}" destId="{F7E786B1-545B-4D6C-B4C1-FE272522CF58}" srcOrd="0" destOrd="0" presId="urn:microsoft.com/office/officeart/2005/8/layout/cycle5"/>
    <dgm:cxn modelId="{45DAB3F5-4887-40F7-B156-F789F075B4BF}" srcId="{E7D197E5-2AB8-4CE9-95CB-47C3E086213F}" destId="{19322F53-93C1-4F69-A343-1F0B1FADF567}" srcOrd="4" destOrd="0" parTransId="{7E740416-D29D-4B19-BCE1-E7D86620ADC5}" sibTransId="{79B9CC3A-BDFB-487A-8182-E5FDC3D2D552}"/>
    <dgm:cxn modelId="{29E90AA2-811E-4466-BC0C-C4D01638F18E}" type="presParOf" srcId="{7A351DE8-BBD7-458B-9696-8CA725E28CE7}" destId="{93915ABA-83A6-4D90-8976-6C06ABB4F828}" srcOrd="0" destOrd="0" presId="urn:microsoft.com/office/officeart/2005/8/layout/cycle5"/>
    <dgm:cxn modelId="{749B2382-0CC0-4095-B0EF-7CB9EBEC6D6E}" type="presParOf" srcId="{7A351DE8-BBD7-458B-9696-8CA725E28CE7}" destId="{2440E277-9843-4732-B0A0-DE85A0DFEAA6}" srcOrd="1" destOrd="0" presId="urn:microsoft.com/office/officeart/2005/8/layout/cycle5"/>
    <dgm:cxn modelId="{DF4B2B62-AF08-43EF-85B2-8583CA837A39}" type="presParOf" srcId="{7A351DE8-BBD7-458B-9696-8CA725E28CE7}" destId="{DD1E58BC-1361-4264-8386-5C3F9007146D}" srcOrd="2" destOrd="0" presId="urn:microsoft.com/office/officeart/2005/8/layout/cycle5"/>
    <dgm:cxn modelId="{67EB74B7-48B4-4DE7-9636-AC01CD79DC6E}" type="presParOf" srcId="{7A351DE8-BBD7-458B-9696-8CA725E28CE7}" destId="{8A933D94-45F5-4495-815E-E1B515CF7AB4}" srcOrd="3" destOrd="0" presId="urn:microsoft.com/office/officeart/2005/8/layout/cycle5"/>
    <dgm:cxn modelId="{3895B53D-54F9-4A9F-A77A-A8135E133DA8}" type="presParOf" srcId="{7A351DE8-BBD7-458B-9696-8CA725E28CE7}" destId="{4E68D20A-5690-4C29-B940-BE98301E4C48}" srcOrd="4" destOrd="0" presId="urn:microsoft.com/office/officeart/2005/8/layout/cycle5"/>
    <dgm:cxn modelId="{7CD4535F-AD4A-4B60-B161-B2C8A1F348B6}" type="presParOf" srcId="{7A351DE8-BBD7-458B-9696-8CA725E28CE7}" destId="{F341DBE4-3CF9-4B6D-8F5A-65737229E8BA}" srcOrd="5" destOrd="0" presId="urn:microsoft.com/office/officeart/2005/8/layout/cycle5"/>
    <dgm:cxn modelId="{3CE6B7EF-ADF0-49FB-B4C5-6E1EF7CA7492}" type="presParOf" srcId="{7A351DE8-BBD7-458B-9696-8CA725E28CE7}" destId="{F7E786B1-545B-4D6C-B4C1-FE272522CF58}" srcOrd="6" destOrd="0" presId="urn:microsoft.com/office/officeart/2005/8/layout/cycle5"/>
    <dgm:cxn modelId="{3965EEBB-8439-49F5-B62C-F4DF2EFCB08D}" type="presParOf" srcId="{7A351DE8-BBD7-458B-9696-8CA725E28CE7}" destId="{55EAA3E0-FFB9-4936-8FF4-8AC7825F713A}" srcOrd="7" destOrd="0" presId="urn:microsoft.com/office/officeart/2005/8/layout/cycle5"/>
    <dgm:cxn modelId="{8A016487-9682-497E-9AB1-76EFBEE4B00F}" type="presParOf" srcId="{7A351DE8-BBD7-458B-9696-8CA725E28CE7}" destId="{D4942FE4-9934-43E4-883F-87007A457BBF}" srcOrd="8" destOrd="0" presId="urn:microsoft.com/office/officeart/2005/8/layout/cycle5"/>
    <dgm:cxn modelId="{CA52FEB4-6162-4C34-BF33-64BA75DEC3C8}" type="presParOf" srcId="{7A351DE8-BBD7-458B-9696-8CA725E28CE7}" destId="{304ACA8F-F899-4BB1-8727-B8E061E0FB90}" srcOrd="9" destOrd="0" presId="urn:microsoft.com/office/officeart/2005/8/layout/cycle5"/>
    <dgm:cxn modelId="{FD382B09-9903-4D67-8172-8C65F0B61E16}" type="presParOf" srcId="{7A351DE8-BBD7-458B-9696-8CA725E28CE7}" destId="{07A83301-D771-4C6C-B12A-7575BAE32E30}" srcOrd="10" destOrd="0" presId="urn:microsoft.com/office/officeart/2005/8/layout/cycle5"/>
    <dgm:cxn modelId="{C3610814-2B47-457E-95BB-29270EE75828}" type="presParOf" srcId="{7A351DE8-BBD7-458B-9696-8CA725E28CE7}" destId="{5DAD2EDC-598A-4008-8F12-17CA9C6CD409}" srcOrd="11" destOrd="0" presId="urn:microsoft.com/office/officeart/2005/8/layout/cycle5"/>
    <dgm:cxn modelId="{DB0FC203-191C-4153-A790-7BDD29CC4945}" type="presParOf" srcId="{7A351DE8-BBD7-458B-9696-8CA725E28CE7}" destId="{7A49D2DD-4827-40EB-8343-E68F289C3DA2}" srcOrd="12" destOrd="0" presId="urn:microsoft.com/office/officeart/2005/8/layout/cycle5"/>
    <dgm:cxn modelId="{E69CFD10-EBE8-4536-A878-AB152B440067}" type="presParOf" srcId="{7A351DE8-BBD7-458B-9696-8CA725E28CE7}" destId="{67253CBF-C89F-4456-8CB3-E6338838D4A8}" srcOrd="13" destOrd="0" presId="urn:microsoft.com/office/officeart/2005/8/layout/cycle5"/>
    <dgm:cxn modelId="{8623579F-1FB2-47CB-BCA0-8CBF11CDFB52}" type="presParOf" srcId="{7A351DE8-BBD7-458B-9696-8CA725E28CE7}" destId="{A4FED156-2D50-465D-B8C2-23E9A66E486D}" srcOrd="14" destOrd="0" presId="urn:microsoft.com/office/officeart/2005/8/layout/cycle5"/>
    <dgm:cxn modelId="{6D7B4082-82AE-4CA4-8D72-016F51857C69}" type="presParOf" srcId="{7A351DE8-BBD7-458B-9696-8CA725E28CE7}" destId="{AF867BA5-6FC3-414B-AE5C-27772835C98A}" srcOrd="15" destOrd="0" presId="urn:microsoft.com/office/officeart/2005/8/layout/cycle5"/>
    <dgm:cxn modelId="{0E00BB66-9A29-40DD-87C3-0CF3A5453B7D}" type="presParOf" srcId="{7A351DE8-BBD7-458B-9696-8CA725E28CE7}" destId="{1E3555A4-4C30-4FE5-A915-29080C7E7EAD}" srcOrd="16" destOrd="0" presId="urn:microsoft.com/office/officeart/2005/8/layout/cycle5"/>
    <dgm:cxn modelId="{856BC486-A2FF-4891-845A-80C6E2357B42}" type="presParOf" srcId="{7A351DE8-BBD7-458B-9696-8CA725E28CE7}" destId="{C7A56D77-5DF8-4EAD-AED1-6803F6001F4E}" srcOrd="17" destOrd="0" presId="urn:microsoft.com/office/officeart/2005/8/layout/cycle5"/>
    <dgm:cxn modelId="{AA3BC460-F143-4BF6-AD5D-E2184D46606F}" type="presParOf" srcId="{7A351DE8-BBD7-458B-9696-8CA725E28CE7}" destId="{F5FB0532-7B30-4710-A040-188DE294DF43}" srcOrd="18" destOrd="0" presId="urn:microsoft.com/office/officeart/2005/8/layout/cycle5"/>
    <dgm:cxn modelId="{29B74B51-7F0B-49C5-AB5D-9A1B176EC01C}" type="presParOf" srcId="{7A351DE8-BBD7-458B-9696-8CA725E28CE7}" destId="{33438F94-C318-4D8C-A127-AF0B28907F56}" srcOrd="19" destOrd="0" presId="urn:microsoft.com/office/officeart/2005/8/layout/cycle5"/>
    <dgm:cxn modelId="{9C2AEC32-9186-4D71-AB4E-3FBA1D22171C}" type="presParOf" srcId="{7A351DE8-BBD7-458B-9696-8CA725E28CE7}" destId="{2B7DF4B1-48CD-487A-9F18-2F48D7AC5C5C}" srcOrd="20" destOrd="0" presId="urn:microsoft.com/office/officeart/2005/8/layout/cycle5"/>
    <dgm:cxn modelId="{5C327882-79C8-480A-9835-C542A2C7DA47}" type="presParOf" srcId="{7A351DE8-BBD7-458B-9696-8CA725E28CE7}" destId="{77869922-8959-4F97-8615-9B578CBCEFD8}" srcOrd="21" destOrd="0" presId="urn:microsoft.com/office/officeart/2005/8/layout/cycle5"/>
    <dgm:cxn modelId="{2645FEF1-7353-4214-960D-37A0382296CE}" type="presParOf" srcId="{7A351DE8-BBD7-458B-9696-8CA725E28CE7}" destId="{3F5FE352-0816-4C07-9B2C-F8CDFC2BA27F}" srcOrd="22" destOrd="0" presId="urn:microsoft.com/office/officeart/2005/8/layout/cycle5"/>
    <dgm:cxn modelId="{328A0804-6FDA-4C2D-BC98-A80548E20FCF}" type="presParOf" srcId="{7A351DE8-BBD7-458B-9696-8CA725E28CE7}" destId="{C3B3C37C-3AAF-4F0B-A64F-EF6E9F7CD151}" srcOrd="23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9817B67-24A5-46B9-BDFA-29C09F0CACCF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75078A9-81F1-4E57-B04C-76326F4D0C55}">
      <dgm:prSet/>
      <dgm:spPr/>
      <dgm:t>
        <a:bodyPr/>
        <a:lstStyle/>
        <a:p>
          <a:r>
            <a:rPr lang="fr-FR"/>
            <a:t>1. Timing de deploiement?</a:t>
          </a:r>
          <a:endParaRPr lang="en-US"/>
        </a:p>
      </dgm:t>
    </dgm:pt>
    <dgm:pt modelId="{F0DA6921-CAA9-4A30-8CCA-C299CC9802F0}" type="parTrans" cxnId="{004677C2-8101-46E3-BD14-40DAD0A3456E}">
      <dgm:prSet/>
      <dgm:spPr/>
      <dgm:t>
        <a:bodyPr/>
        <a:lstStyle/>
        <a:p>
          <a:endParaRPr lang="en-US"/>
        </a:p>
      </dgm:t>
    </dgm:pt>
    <dgm:pt modelId="{856933CE-4F8E-47B7-9005-1AE15267298B}" type="sibTrans" cxnId="{004677C2-8101-46E3-BD14-40DAD0A3456E}">
      <dgm:prSet/>
      <dgm:spPr/>
      <dgm:t>
        <a:bodyPr/>
        <a:lstStyle/>
        <a:p>
          <a:endParaRPr lang="en-US"/>
        </a:p>
      </dgm:t>
    </dgm:pt>
    <dgm:pt modelId="{C1456D32-6FA4-42A6-8229-3CFC64DF00B8}">
      <dgm:prSet/>
      <dgm:spPr/>
      <dgm:t>
        <a:bodyPr/>
        <a:lstStyle/>
        <a:p>
          <a:r>
            <a:rPr lang="fr-FR"/>
            <a:t>2. Environnement de test?</a:t>
          </a:r>
          <a:endParaRPr lang="en-US"/>
        </a:p>
      </dgm:t>
    </dgm:pt>
    <dgm:pt modelId="{738DA021-517D-4E12-9365-7BDFD9B3CC86}" type="parTrans" cxnId="{90B04D97-1926-4124-B3D5-DF2980AAD644}">
      <dgm:prSet/>
      <dgm:spPr/>
      <dgm:t>
        <a:bodyPr/>
        <a:lstStyle/>
        <a:p>
          <a:endParaRPr lang="en-US"/>
        </a:p>
      </dgm:t>
    </dgm:pt>
    <dgm:pt modelId="{8D029249-1C6C-4376-B18E-A2FFA09AA9BE}" type="sibTrans" cxnId="{90B04D97-1926-4124-B3D5-DF2980AAD644}">
      <dgm:prSet/>
      <dgm:spPr/>
      <dgm:t>
        <a:bodyPr/>
        <a:lstStyle/>
        <a:p>
          <a:endParaRPr lang="en-US"/>
        </a:p>
      </dgm:t>
    </dgm:pt>
    <dgm:pt modelId="{18A969A4-448A-4BA1-A4EC-BEE638C4CE19}">
      <dgm:prSet/>
      <dgm:spPr/>
      <dgm:t>
        <a:bodyPr/>
        <a:lstStyle/>
        <a:p>
          <a:r>
            <a:rPr lang="fr-FR"/>
            <a:t>3. Supervision post-remediation?</a:t>
          </a:r>
          <a:endParaRPr lang="en-US"/>
        </a:p>
      </dgm:t>
    </dgm:pt>
    <dgm:pt modelId="{DEBD9DF8-63D8-49B1-8256-2B658676FDC1}" type="parTrans" cxnId="{5E65BA42-1ED4-49AE-9FAD-6541EEB80E18}">
      <dgm:prSet/>
      <dgm:spPr/>
      <dgm:t>
        <a:bodyPr/>
        <a:lstStyle/>
        <a:p>
          <a:endParaRPr lang="en-US"/>
        </a:p>
      </dgm:t>
    </dgm:pt>
    <dgm:pt modelId="{FF1B10CD-F81E-4FB3-B774-F2226880BC4B}" type="sibTrans" cxnId="{5E65BA42-1ED4-49AE-9FAD-6541EEB80E18}">
      <dgm:prSet/>
      <dgm:spPr/>
      <dgm:t>
        <a:bodyPr/>
        <a:lstStyle/>
        <a:p>
          <a:endParaRPr lang="en-US"/>
        </a:p>
      </dgm:t>
    </dgm:pt>
    <dgm:pt modelId="{DEC0D9E9-BC32-411A-97D8-0E9260635F90}">
      <dgm:prSet/>
      <dgm:spPr/>
      <dgm:t>
        <a:bodyPr/>
        <a:lstStyle/>
        <a:p>
          <a:r>
            <a:rPr lang="fr-FR"/>
            <a:t>4. Contact IT?</a:t>
          </a:r>
          <a:endParaRPr lang="en-US"/>
        </a:p>
      </dgm:t>
    </dgm:pt>
    <dgm:pt modelId="{D6D753CD-BFDF-41F4-81C8-25C1623A40F8}" type="parTrans" cxnId="{EA87D325-3418-4746-AA81-36F6D1890CDE}">
      <dgm:prSet/>
      <dgm:spPr/>
      <dgm:t>
        <a:bodyPr/>
        <a:lstStyle/>
        <a:p>
          <a:endParaRPr lang="en-US"/>
        </a:p>
      </dgm:t>
    </dgm:pt>
    <dgm:pt modelId="{23E512DA-4A82-48FB-BE53-E423E8EBD89B}" type="sibTrans" cxnId="{EA87D325-3418-4746-AA81-36F6D1890CDE}">
      <dgm:prSet/>
      <dgm:spPr/>
      <dgm:t>
        <a:bodyPr/>
        <a:lstStyle/>
        <a:p>
          <a:endParaRPr lang="en-US"/>
        </a:p>
      </dgm:t>
    </dgm:pt>
    <dgm:pt modelId="{3520CD6C-F018-43E0-BC4F-F00063C91BCC}">
      <dgm:prSet/>
      <dgm:spPr/>
      <dgm:t>
        <a:bodyPr/>
        <a:lstStyle/>
        <a:p>
          <a:r>
            <a:rPr lang="fr-FR"/>
            <a:t>5. Re-audit a J+30?</a:t>
          </a:r>
          <a:endParaRPr lang="en-US"/>
        </a:p>
      </dgm:t>
    </dgm:pt>
    <dgm:pt modelId="{D505BEC5-F3A8-4F63-965E-06A07951C15A}" type="parTrans" cxnId="{B9D298DD-595B-48E4-BBB1-319B4DB34DC1}">
      <dgm:prSet/>
      <dgm:spPr/>
      <dgm:t>
        <a:bodyPr/>
        <a:lstStyle/>
        <a:p>
          <a:endParaRPr lang="en-US"/>
        </a:p>
      </dgm:t>
    </dgm:pt>
    <dgm:pt modelId="{1D11877B-1FFF-441E-9CD7-DBEF24C8402C}" type="sibTrans" cxnId="{B9D298DD-595B-48E4-BBB1-319B4DB34DC1}">
      <dgm:prSet/>
      <dgm:spPr/>
      <dgm:t>
        <a:bodyPr/>
        <a:lstStyle/>
        <a:p>
          <a:endParaRPr lang="en-US"/>
        </a:p>
      </dgm:t>
    </dgm:pt>
    <dgm:pt modelId="{D25CB2B3-6D56-471C-96E3-5D5E1578C2AF}">
      <dgm:prSet/>
      <dgm:spPr/>
      <dgm:t>
        <a:bodyPr/>
        <a:lstStyle/>
        <a:p>
          <a:r>
            <a:rPr lang="fr-FR"/>
            <a:t>6. Formation administrateurs?</a:t>
          </a:r>
          <a:endParaRPr lang="en-US"/>
        </a:p>
      </dgm:t>
    </dgm:pt>
    <dgm:pt modelId="{84BEE2A1-D5D1-42A9-9E01-81091A34590B}" type="parTrans" cxnId="{A76B565B-DC85-43D5-ACBB-65DF33919235}">
      <dgm:prSet/>
      <dgm:spPr/>
      <dgm:t>
        <a:bodyPr/>
        <a:lstStyle/>
        <a:p>
          <a:endParaRPr lang="en-US"/>
        </a:p>
      </dgm:t>
    </dgm:pt>
    <dgm:pt modelId="{92A5074E-FC28-4911-97A1-8899E553A237}" type="sibTrans" cxnId="{A76B565B-DC85-43D5-ACBB-65DF33919235}">
      <dgm:prSet/>
      <dgm:spPr/>
      <dgm:t>
        <a:bodyPr/>
        <a:lstStyle/>
        <a:p>
          <a:endParaRPr lang="en-US"/>
        </a:p>
      </dgm:t>
    </dgm:pt>
    <dgm:pt modelId="{280ABD6C-589C-49C5-BDA4-2D33FE31A596}">
      <dgm:prSet/>
      <dgm:spPr/>
      <dgm:t>
        <a:bodyPr/>
        <a:lstStyle/>
        <a:p>
          <a:r>
            <a:rPr lang="fr-FR"/>
            <a:t>Discussion: 15-20 minutes</a:t>
          </a:r>
          <a:endParaRPr lang="en-US"/>
        </a:p>
      </dgm:t>
    </dgm:pt>
    <dgm:pt modelId="{F02CFBD7-B757-49B1-875C-B4A3A8108842}" type="parTrans" cxnId="{14868064-A28E-40A1-B55E-170EBC6FEB08}">
      <dgm:prSet/>
      <dgm:spPr/>
      <dgm:t>
        <a:bodyPr/>
        <a:lstStyle/>
        <a:p>
          <a:endParaRPr lang="en-US"/>
        </a:p>
      </dgm:t>
    </dgm:pt>
    <dgm:pt modelId="{51015339-B881-4160-BEA3-2B58B1F22E9F}" type="sibTrans" cxnId="{14868064-A28E-40A1-B55E-170EBC6FEB08}">
      <dgm:prSet/>
      <dgm:spPr/>
      <dgm:t>
        <a:bodyPr/>
        <a:lstStyle/>
        <a:p>
          <a:endParaRPr lang="en-US"/>
        </a:p>
      </dgm:t>
    </dgm:pt>
    <dgm:pt modelId="{8BB8A3C7-D4BF-4B63-93E7-83409B8065B9}" type="pres">
      <dgm:prSet presAssocID="{F9817B67-24A5-46B9-BDFA-29C09F0CACCF}" presName="root" presStyleCnt="0">
        <dgm:presLayoutVars>
          <dgm:dir/>
          <dgm:resizeHandles val="exact"/>
        </dgm:presLayoutVars>
      </dgm:prSet>
      <dgm:spPr/>
    </dgm:pt>
    <dgm:pt modelId="{832D37C7-B43A-4726-9BDA-4CF60282F5B9}" type="pres">
      <dgm:prSet presAssocID="{E75078A9-81F1-4E57-B04C-76326F4D0C55}" presName="compNode" presStyleCnt="0"/>
      <dgm:spPr/>
    </dgm:pt>
    <dgm:pt modelId="{37293E07-08AF-4608-8836-CB05C74730F1}" type="pres">
      <dgm:prSet presAssocID="{E75078A9-81F1-4E57-B04C-76326F4D0C55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ronomètre"/>
        </a:ext>
      </dgm:extLst>
    </dgm:pt>
    <dgm:pt modelId="{6AF6D23C-A2CB-4380-BE64-4BB92894F236}" type="pres">
      <dgm:prSet presAssocID="{E75078A9-81F1-4E57-B04C-76326F4D0C55}" presName="spaceRect" presStyleCnt="0"/>
      <dgm:spPr/>
    </dgm:pt>
    <dgm:pt modelId="{2847EF05-ECB9-4952-8FD4-D81525629C2A}" type="pres">
      <dgm:prSet presAssocID="{E75078A9-81F1-4E57-B04C-76326F4D0C55}" presName="textRect" presStyleLbl="revTx" presStyleIdx="0" presStyleCnt="7">
        <dgm:presLayoutVars>
          <dgm:chMax val="1"/>
          <dgm:chPref val="1"/>
        </dgm:presLayoutVars>
      </dgm:prSet>
      <dgm:spPr/>
    </dgm:pt>
    <dgm:pt modelId="{3E21E6C4-1E71-44F0-B267-684A96B6E4A9}" type="pres">
      <dgm:prSet presAssocID="{856933CE-4F8E-47B7-9005-1AE15267298B}" presName="sibTrans" presStyleCnt="0"/>
      <dgm:spPr/>
    </dgm:pt>
    <dgm:pt modelId="{B9177F4A-BED2-405A-AFD8-E8ED675C4773}" type="pres">
      <dgm:prSet presAssocID="{C1456D32-6FA4-42A6-8229-3CFC64DF00B8}" presName="compNode" presStyleCnt="0"/>
      <dgm:spPr/>
    </dgm:pt>
    <dgm:pt modelId="{9096162F-085D-46DE-B000-9B965072A471}" type="pres">
      <dgm:prSet presAssocID="{C1456D32-6FA4-42A6-8229-3CFC64DF00B8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ole"/>
        </a:ext>
      </dgm:extLst>
    </dgm:pt>
    <dgm:pt modelId="{DFD9FAC6-A2AC-427D-9024-D41E788A96E0}" type="pres">
      <dgm:prSet presAssocID="{C1456D32-6FA4-42A6-8229-3CFC64DF00B8}" presName="spaceRect" presStyleCnt="0"/>
      <dgm:spPr/>
    </dgm:pt>
    <dgm:pt modelId="{E029E139-0FA1-4FBF-956C-A28D137D6312}" type="pres">
      <dgm:prSet presAssocID="{C1456D32-6FA4-42A6-8229-3CFC64DF00B8}" presName="textRect" presStyleLbl="revTx" presStyleIdx="1" presStyleCnt="7">
        <dgm:presLayoutVars>
          <dgm:chMax val="1"/>
          <dgm:chPref val="1"/>
        </dgm:presLayoutVars>
      </dgm:prSet>
      <dgm:spPr/>
    </dgm:pt>
    <dgm:pt modelId="{B2D83014-07C9-4081-9BC9-94CC7C27D422}" type="pres">
      <dgm:prSet presAssocID="{8D029249-1C6C-4376-B18E-A2FFA09AA9BE}" presName="sibTrans" presStyleCnt="0"/>
      <dgm:spPr/>
    </dgm:pt>
    <dgm:pt modelId="{4076D59A-B49B-48AF-9A5C-916CEDE8A972}" type="pres">
      <dgm:prSet presAssocID="{18A969A4-448A-4BA1-A4EC-BEE638C4CE19}" presName="compNode" presStyleCnt="0"/>
      <dgm:spPr/>
    </dgm:pt>
    <dgm:pt modelId="{517493DF-E55D-4CE9-9CE4-01D48850B49B}" type="pres">
      <dgm:prSet presAssocID="{18A969A4-448A-4BA1-A4EC-BEE638C4CE19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Juge"/>
        </a:ext>
      </dgm:extLst>
    </dgm:pt>
    <dgm:pt modelId="{110AFCCA-1CB3-45F6-90A6-11ABD07950E4}" type="pres">
      <dgm:prSet presAssocID="{18A969A4-448A-4BA1-A4EC-BEE638C4CE19}" presName="spaceRect" presStyleCnt="0"/>
      <dgm:spPr/>
    </dgm:pt>
    <dgm:pt modelId="{A715CF28-612E-49B1-A7CB-E5CD264D9857}" type="pres">
      <dgm:prSet presAssocID="{18A969A4-448A-4BA1-A4EC-BEE638C4CE19}" presName="textRect" presStyleLbl="revTx" presStyleIdx="2" presStyleCnt="7">
        <dgm:presLayoutVars>
          <dgm:chMax val="1"/>
          <dgm:chPref val="1"/>
        </dgm:presLayoutVars>
      </dgm:prSet>
      <dgm:spPr/>
    </dgm:pt>
    <dgm:pt modelId="{B2C8C95F-6190-4082-B4C5-19B15B4FFE28}" type="pres">
      <dgm:prSet presAssocID="{FF1B10CD-F81E-4FB3-B774-F2226880BC4B}" presName="sibTrans" presStyleCnt="0"/>
      <dgm:spPr/>
    </dgm:pt>
    <dgm:pt modelId="{E12CE006-D85E-4AD9-BF2D-01CEFAF70073}" type="pres">
      <dgm:prSet presAssocID="{DEC0D9E9-BC32-411A-97D8-0E9260635F90}" presName="compNode" presStyleCnt="0"/>
      <dgm:spPr/>
    </dgm:pt>
    <dgm:pt modelId="{242F7E2C-8039-45CE-B4F4-8FA6701B9437}" type="pres">
      <dgm:prSet presAssocID="{DEC0D9E9-BC32-411A-97D8-0E9260635F90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biné"/>
        </a:ext>
      </dgm:extLst>
    </dgm:pt>
    <dgm:pt modelId="{5935938B-C78C-403B-A1B5-4936008658A2}" type="pres">
      <dgm:prSet presAssocID="{DEC0D9E9-BC32-411A-97D8-0E9260635F90}" presName="spaceRect" presStyleCnt="0"/>
      <dgm:spPr/>
    </dgm:pt>
    <dgm:pt modelId="{59781797-93B5-4ED5-B595-A9CB5A327DC2}" type="pres">
      <dgm:prSet presAssocID="{DEC0D9E9-BC32-411A-97D8-0E9260635F90}" presName="textRect" presStyleLbl="revTx" presStyleIdx="3" presStyleCnt="7">
        <dgm:presLayoutVars>
          <dgm:chMax val="1"/>
          <dgm:chPref val="1"/>
        </dgm:presLayoutVars>
      </dgm:prSet>
      <dgm:spPr/>
    </dgm:pt>
    <dgm:pt modelId="{B68F8A58-A716-459B-A155-A5861C274C53}" type="pres">
      <dgm:prSet presAssocID="{23E512DA-4A82-48FB-BE53-E423E8EBD89B}" presName="sibTrans" presStyleCnt="0"/>
      <dgm:spPr/>
    </dgm:pt>
    <dgm:pt modelId="{AD41A1AF-976C-4538-B305-07AB315F8F8F}" type="pres">
      <dgm:prSet presAssocID="{3520CD6C-F018-43E0-BC4F-F00063C91BCC}" presName="compNode" presStyleCnt="0"/>
      <dgm:spPr/>
    </dgm:pt>
    <dgm:pt modelId="{058CDE27-609F-4B1D-B381-64358FE5A9FF}" type="pres">
      <dgm:prSet presAssocID="{3520CD6C-F018-43E0-BC4F-F00063C91BCC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9C53E04D-EA13-40DF-96CC-1F41B4B7A1A8}" type="pres">
      <dgm:prSet presAssocID="{3520CD6C-F018-43E0-BC4F-F00063C91BCC}" presName="spaceRect" presStyleCnt="0"/>
      <dgm:spPr/>
    </dgm:pt>
    <dgm:pt modelId="{423F856C-EC2E-473F-8C87-3B10FC5B1105}" type="pres">
      <dgm:prSet presAssocID="{3520CD6C-F018-43E0-BC4F-F00063C91BCC}" presName="textRect" presStyleLbl="revTx" presStyleIdx="4" presStyleCnt="7">
        <dgm:presLayoutVars>
          <dgm:chMax val="1"/>
          <dgm:chPref val="1"/>
        </dgm:presLayoutVars>
      </dgm:prSet>
      <dgm:spPr/>
    </dgm:pt>
    <dgm:pt modelId="{E62C285E-E2E2-4AC2-B330-C2CE02BF2807}" type="pres">
      <dgm:prSet presAssocID="{1D11877B-1FFF-441E-9CD7-DBEF24C8402C}" presName="sibTrans" presStyleCnt="0"/>
      <dgm:spPr/>
    </dgm:pt>
    <dgm:pt modelId="{126F1962-1173-4498-85BF-080BDD4DF2E2}" type="pres">
      <dgm:prSet presAssocID="{D25CB2B3-6D56-471C-96E3-5D5E1578C2AF}" presName="compNode" presStyleCnt="0"/>
      <dgm:spPr/>
    </dgm:pt>
    <dgm:pt modelId="{B374089B-C885-4CE5-9978-FE7A7887745C}" type="pres">
      <dgm:prSet presAssocID="{D25CB2B3-6D56-471C-96E3-5D5E1578C2AF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tilisateurs"/>
        </a:ext>
      </dgm:extLst>
    </dgm:pt>
    <dgm:pt modelId="{CBDACBF6-B2D1-4645-B24F-716E35FB6070}" type="pres">
      <dgm:prSet presAssocID="{D25CB2B3-6D56-471C-96E3-5D5E1578C2AF}" presName="spaceRect" presStyleCnt="0"/>
      <dgm:spPr/>
    </dgm:pt>
    <dgm:pt modelId="{93B1C043-CFF7-4B32-B83F-DE3006E79C8A}" type="pres">
      <dgm:prSet presAssocID="{D25CB2B3-6D56-471C-96E3-5D5E1578C2AF}" presName="textRect" presStyleLbl="revTx" presStyleIdx="5" presStyleCnt="7">
        <dgm:presLayoutVars>
          <dgm:chMax val="1"/>
          <dgm:chPref val="1"/>
        </dgm:presLayoutVars>
      </dgm:prSet>
      <dgm:spPr/>
    </dgm:pt>
    <dgm:pt modelId="{17B9E286-6361-49A6-894F-47E18090E765}" type="pres">
      <dgm:prSet presAssocID="{92A5074E-FC28-4911-97A1-8899E553A237}" presName="sibTrans" presStyleCnt="0"/>
      <dgm:spPr/>
    </dgm:pt>
    <dgm:pt modelId="{FC00C616-289A-45B7-848E-141AD2A4C736}" type="pres">
      <dgm:prSet presAssocID="{280ABD6C-589C-49C5-BDA4-2D33FE31A596}" presName="compNode" presStyleCnt="0"/>
      <dgm:spPr/>
    </dgm:pt>
    <dgm:pt modelId="{03E4C786-82E3-4BB0-8670-1DBA5F90EBF4}" type="pres">
      <dgm:prSet presAssocID="{280ABD6C-589C-49C5-BDA4-2D33FE31A596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945062B7-DA1E-4619-847C-706E13B5E8B8}" type="pres">
      <dgm:prSet presAssocID="{280ABD6C-589C-49C5-BDA4-2D33FE31A596}" presName="spaceRect" presStyleCnt="0"/>
      <dgm:spPr/>
    </dgm:pt>
    <dgm:pt modelId="{12E6B42F-D411-4411-B532-A33C62AEF78F}" type="pres">
      <dgm:prSet presAssocID="{280ABD6C-589C-49C5-BDA4-2D33FE31A596}" presName="textRect" presStyleLbl="revTx" presStyleIdx="6" presStyleCnt="7">
        <dgm:presLayoutVars>
          <dgm:chMax val="1"/>
          <dgm:chPref val="1"/>
        </dgm:presLayoutVars>
      </dgm:prSet>
      <dgm:spPr/>
    </dgm:pt>
  </dgm:ptLst>
  <dgm:cxnLst>
    <dgm:cxn modelId="{7E96D808-DBBB-40D2-95E1-3B7D52283E1F}" type="presOf" srcId="{C1456D32-6FA4-42A6-8229-3CFC64DF00B8}" destId="{E029E139-0FA1-4FBF-956C-A28D137D6312}" srcOrd="0" destOrd="0" presId="urn:microsoft.com/office/officeart/2018/2/layout/IconLabelList"/>
    <dgm:cxn modelId="{EA87D325-3418-4746-AA81-36F6D1890CDE}" srcId="{F9817B67-24A5-46B9-BDFA-29C09F0CACCF}" destId="{DEC0D9E9-BC32-411A-97D8-0E9260635F90}" srcOrd="3" destOrd="0" parTransId="{D6D753CD-BFDF-41F4-81C8-25C1623A40F8}" sibTransId="{23E512DA-4A82-48FB-BE53-E423E8EBD89B}"/>
    <dgm:cxn modelId="{54781A26-B1B7-41BB-949B-9057EF1C830A}" type="presOf" srcId="{DEC0D9E9-BC32-411A-97D8-0E9260635F90}" destId="{59781797-93B5-4ED5-B595-A9CB5A327DC2}" srcOrd="0" destOrd="0" presId="urn:microsoft.com/office/officeart/2018/2/layout/IconLabelList"/>
    <dgm:cxn modelId="{7CC36628-AB67-4E7E-A5D6-FBE9765F9FE3}" type="presOf" srcId="{D25CB2B3-6D56-471C-96E3-5D5E1578C2AF}" destId="{93B1C043-CFF7-4B32-B83F-DE3006E79C8A}" srcOrd="0" destOrd="0" presId="urn:microsoft.com/office/officeart/2018/2/layout/IconLabelList"/>
    <dgm:cxn modelId="{C0C45640-CC79-4D2A-A007-AC9653CB81CE}" type="presOf" srcId="{18A969A4-448A-4BA1-A4EC-BEE638C4CE19}" destId="{A715CF28-612E-49B1-A7CB-E5CD264D9857}" srcOrd="0" destOrd="0" presId="urn:microsoft.com/office/officeart/2018/2/layout/IconLabelList"/>
    <dgm:cxn modelId="{A76B565B-DC85-43D5-ACBB-65DF33919235}" srcId="{F9817B67-24A5-46B9-BDFA-29C09F0CACCF}" destId="{D25CB2B3-6D56-471C-96E3-5D5E1578C2AF}" srcOrd="5" destOrd="0" parTransId="{84BEE2A1-D5D1-42A9-9E01-81091A34590B}" sibTransId="{92A5074E-FC28-4911-97A1-8899E553A237}"/>
    <dgm:cxn modelId="{027AB35C-B3CF-4A0E-AEFB-A640AC180031}" type="presOf" srcId="{3520CD6C-F018-43E0-BC4F-F00063C91BCC}" destId="{423F856C-EC2E-473F-8C87-3B10FC5B1105}" srcOrd="0" destOrd="0" presId="urn:microsoft.com/office/officeart/2018/2/layout/IconLabelList"/>
    <dgm:cxn modelId="{5E65BA42-1ED4-49AE-9FAD-6541EEB80E18}" srcId="{F9817B67-24A5-46B9-BDFA-29C09F0CACCF}" destId="{18A969A4-448A-4BA1-A4EC-BEE638C4CE19}" srcOrd="2" destOrd="0" parTransId="{DEBD9DF8-63D8-49B1-8256-2B658676FDC1}" sibTransId="{FF1B10CD-F81E-4FB3-B774-F2226880BC4B}"/>
    <dgm:cxn modelId="{14868064-A28E-40A1-B55E-170EBC6FEB08}" srcId="{F9817B67-24A5-46B9-BDFA-29C09F0CACCF}" destId="{280ABD6C-589C-49C5-BDA4-2D33FE31A596}" srcOrd="6" destOrd="0" parTransId="{F02CFBD7-B757-49B1-875C-B4A3A8108842}" sibTransId="{51015339-B881-4160-BEA3-2B58B1F22E9F}"/>
    <dgm:cxn modelId="{90B04D97-1926-4124-B3D5-DF2980AAD644}" srcId="{F9817B67-24A5-46B9-BDFA-29C09F0CACCF}" destId="{C1456D32-6FA4-42A6-8229-3CFC64DF00B8}" srcOrd="1" destOrd="0" parTransId="{738DA021-517D-4E12-9365-7BDFD9B3CC86}" sibTransId="{8D029249-1C6C-4376-B18E-A2FFA09AA9BE}"/>
    <dgm:cxn modelId="{00FC69A5-C9EB-4120-B678-4F80DE08B49C}" type="presOf" srcId="{E75078A9-81F1-4E57-B04C-76326F4D0C55}" destId="{2847EF05-ECB9-4952-8FD4-D81525629C2A}" srcOrd="0" destOrd="0" presId="urn:microsoft.com/office/officeart/2018/2/layout/IconLabelList"/>
    <dgm:cxn modelId="{004677C2-8101-46E3-BD14-40DAD0A3456E}" srcId="{F9817B67-24A5-46B9-BDFA-29C09F0CACCF}" destId="{E75078A9-81F1-4E57-B04C-76326F4D0C55}" srcOrd="0" destOrd="0" parTransId="{F0DA6921-CAA9-4A30-8CCA-C299CC9802F0}" sibTransId="{856933CE-4F8E-47B7-9005-1AE15267298B}"/>
    <dgm:cxn modelId="{0342A8CC-472A-4C97-88D4-12730AB8E528}" type="presOf" srcId="{280ABD6C-589C-49C5-BDA4-2D33FE31A596}" destId="{12E6B42F-D411-4411-B532-A33C62AEF78F}" srcOrd="0" destOrd="0" presId="urn:microsoft.com/office/officeart/2018/2/layout/IconLabelList"/>
    <dgm:cxn modelId="{B9D298DD-595B-48E4-BBB1-319B4DB34DC1}" srcId="{F9817B67-24A5-46B9-BDFA-29C09F0CACCF}" destId="{3520CD6C-F018-43E0-BC4F-F00063C91BCC}" srcOrd="4" destOrd="0" parTransId="{D505BEC5-F3A8-4F63-965E-06A07951C15A}" sibTransId="{1D11877B-1FFF-441E-9CD7-DBEF24C8402C}"/>
    <dgm:cxn modelId="{FAD4B7FC-0758-4CF7-8321-EAE30745CC15}" type="presOf" srcId="{F9817B67-24A5-46B9-BDFA-29C09F0CACCF}" destId="{8BB8A3C7-D4BF-4B63-93E7-83409B8065B9}" srcOrd="0" destOrd="0" presId="urn:microsoft.com/office/officeart/2018/2/layout/IconLabelList"/>
    <dgm:cxn modelId="{C14DDCB1-54CD-4645-8AB6-00E8E8585428}" type="presParOf" srcId="{8BB8A3C7-D4BF-4B63-93E7-83409B8065B9}" destId="{832D37C7-B43A-4726-9BDA-4CF60282F5B9}" srcOrd="0" destOrd="0" presId="urn:microsoft.com/office/officeart/2018/2/layout/IconLabelList"/>
    <dgm:cxn modelId="{117EDF9F-BEA8-4093-95DD-1574D5632E94}" type="presParOf" srcId="{832D37C7-B43A-4726-9BDA-4CF60282F5B9}" destId="{37293E07-08AF-4608-8836-CB05C74730F1}" srcOrd="0" destOrd="0" presId="urn:microsoft.com/office/officeart/2018/2/layout/IconLabelList"/>
    <dgm:cxn modelId="{0FBA7CD7-C031-4C1C-918C-1D99C7E1D1F7}" type="presParOf" srcId="{832D37C7-B43A-4726-9BDA-4CF60282F5B9}" destId="{6AF6D23C-A2CB-4380-BE64-4BB92894F236}" srcOrd="1" destOrd="0" presId="urn:microsoft.com/office/officeart/2018/2/layout/IconLabelList"/>
    <dgm:cxn modelId="{9459CE7E-69ED-41B6-A14E-E7262525A6DE}" type="presParOf" srcId="{832D37C7-B43A-4726-9BDA-4CF60282F5B9}" destId="{2847EF05-ECB9-4952-8FD4-D81525629C2A}" srcOrd="2" destOrd="0" presId="urn:microsoft.com/office/officeart/2018/2/layout/IconLabelList"/>
    <dgm:cxn modelId="{66FF14B3-E260-4DAF-B9AD-FE63A8FD7A3B}" type="presParOf" srcId="{8BB8A3C7-D4BF-4B63-93E7-83409B8065B9}" destId="{3E21E6C4-1E71-44F0-B267-684A96B6E4A9}" srcOrd="1" destOrd="0" presId="urn:microsoft.com/office/officeart/2018/2/layout/IconLabelList"/>
    <dgm:cxn modelId="{44799E7A-3B3B-40A1-80E6-58D6B3F0FA0F}" type="presParOf" srcId="{8BB8A3C7-D4BF-4B63-93E7-83409B8065B9}" destId="{B9177F4A-BED2-405A-AFD8-E8ED675C4773}" srcOrd="2" destOrd="0" presId="urn:microsoft.com/office/officeart/2018/2/layout/IconLabelList"/>
    <dgm:cxn modelId="{ED2FE845-D7C6-4D05-81C2-13DD8119C9AF}" type="presParOf" srcId="{B9177F4A-BED2-405A-AFD8-E8ED675C4773}" destId="{9096162F-085D-46DE-B000-9B965072A471}" srcOrd="0" destOrd="0" presId="urn:microsoft.com/office/officeart/2018/2/layout/IconLabelList"/>
    <dgm:cxn modelId="{8E45D591-7B54-472C-B306-879EFE040922}" type="presParOf" srcId="{B9177F4A-BED2-405A-AFD8-E8ED675C4773}" destId="{DFD9FAC6-A2AC-427D-9024-D41E788A96E0}" srcOrd="1" destOrd="0" presId="urn:microsoft.com/office/officeart/2018/2/layout/IconLabelList"/>
    <dgm:cxn modelId="{54886E63-22FD-441D-93B4-374C565FDB7B}" type="presParOf" srcId="{B9177F4A-BED2-405A-AFD8-E8ED675C4773}" destId="{E029E139-0FA1-4FBF-956C-A28D137D6312}" srcOrd="2" destOrd="0" presId="urn:microsoft.com/office/officeart/2018/2/layout/IconLabelList"/>
    <dgm:cxn modelId="{8ACD01FA-271C-451F-BA62-F9E3B957DFC5}" type="presParOf" srcId="{8BB8A3C7-D4BF-4B63-93E7-83409B8065B9}" destId="{B2D83014-07C9-4081-9BC9-94CC7C27D422}" srcOrd="3" destOrd="0" presId="urn:microsoft.com/office/officeart/2018/2/layout/IconLabelList"/>
    <dgm:cxn modelId="{E717EB1D-C71D-4FC8-B02E-B4289E939565}" type="presParOf" srcId="{8BB8A3C7-D4BF-4B63-93E7-83409B8065B9}" destId="{4076D59A-B49B-48AF-9A5C-916CEDE8A972}" srcOrd="4" destOrd="0" presId="urn:microsoft.com/office/officeart/2018/2/layout/IconLabelList"/>
    <dgm:cxn modelId="{75E5FE81-B22E-4EF3-84AE-3BA84961D92F}" type="presParOf" srcId="{4076D59A-B49B-48AF-9A5C-916CEDE8A972}" destId="{517493DF-E55D-4CE9-9CE4-01D48850B49B}" srcOrd="0" destOrd="0" presId="urn:microsoft.com/office/officeart/2018/2/layout/IconLabelList"/>
    <dgm:cxn modelId="{515121A1-C067-47B6-BA1B-D5F5297B8C61}" type="presParOf" srcId="{4076D59A-B49B-48AF-9A5C-916CEDE8A972}" destId="{110AFCCA-1CB3-45F6-90A6-11ABD07950E4}" srcOrd="1" destOrd="0" presId="urn:microsoft.com/office/officeart/2018/2/layout/IconLabelList"/>
    <dgm:cxn modelId="{1766CFD1-DBCF-4BD9-8E8B-D066F0B6C33C}" type="presParOf" srcId="{4076D59A-B49B-48AF-9A5C-916CEDE8A972}" destId="{A715CF28-612E-49B1-A7CB-E5CD264D9857}" srcOrd="2" destOrd="0" presId="urn:microsoft.com/office/officeart/2018/2/layout/IconLabelList"/>
    <dgm:cxn modelId="{F57068E9-3E87-45A6-B4A9-03988FD1E1B6}" type="presParOf" srcId="{8BB8A3C7-D4BF-4B63-93E7-83409B8065B9}" destId="{B2C8C95F-6190-4082-B4C5-19B15B4FFE28}" srcOrd="5" destOrd="0" presId="urn:microsoft.com/office/officeart/2018/2/layout/IconLabelList"/>
    <dgm:cxn modelId="{5E52F87A-9100-4B2D-8A1B-9F28E6AE7230}" type="presParOf" srcId="{8BB8A3C7-D4BF-4B63-93E7-83409B8065B9}" destId="{E12CE006-D85E-4AD9-BF2D-01CEFAF70073}" srcOrd="6" destOrd="0" presId="urn:microsoft.com/office/officeart/2018/2/layout/IconLabelList"/>
    <dgm:cxn modelId="{9C07A426-5360-4399-A128-9D4292F4F245}" type="presParOf" srcId="{E12CE006-D85E-4AD9-BF2D-01CEFAF70073}" destId="{242F7E2C-8039-45CE-B4F4-8FA6701B9437}" srcOrd="0" destOrd="0" presId="urn:microsoft.com/office/officeart/2018/2/layout/IconLabelList"/>
    <dgm:cxn modelId="{E85CC7B5-8513-4691-873F-A886DFD7181B}" type="presParOf" srcId="{E12CE006-D85E-4AD9-BF2D-01CEFAF70073}" destId="{5935938B-C78C-403B-A1B5-4936008658A2}" srcOrd="1" destOrd="0" presId="urn:microsoft.com/office/officeart/2018/2/layout/IconLabelList"/>
    <dgm:cxn modelId="{09A8C91A-F31D-4110-8589-C03ABBCD1230}" type="presParOf" srcId="{E12CE006-D85E-4AD9-BF2D-01CEFAF70073}" destId="{59781797-93B5-4ED5-B595-A9CB5A327DC2}" srcOrd="2" destOrd="0" presId="urn:microsoft.com/office/officeart/2018/2/layout/IconLabelList"/>
    <dgm:cxn modelId="{25B020FE-0CE5-41AD-8FC0-2C92A6209597}" type="presParOf" srcId="{8BB8A3C7-D4BF-4B63-93E7-83409B8065B9}" destId="{B68F8A58-A716-459B-A155-A5861C274C53}" srcOrd="7" destOrd="0" presId="urn:microsoft.com/office/officeart/2018/2/layout/IconLabelList"/>
    <dgm:cxn modelId="{6AC1086C-8B90-461C-884D-DC2CA67A0779}" type="presParOf" srcId="{8BB8A3C7-D4BF-4B63-93E7-83409B8065B9}" destId="{AD41A1AF-976C-4538-B305-07AB315F8F8F}" srcOrd="8" destOrd="0" presId="urn:microsoft.com/office/officeart/2018/2/layout/IconLabelList"/>
    <dgm:cxn modelId="{87C47790-B037-4CC8-BF54-61D78DD4A2BD}" type="presParOf" srcId="{AD41A1AF-976C-4538-B305-07AB315F8F8F}" destId="{058CDE27-609F-4B1D-B381-64358FE5A9FF}" srcOrd="0" destOrd="0" presId="urn:microsoft.com/office/officeart/2018/2/layout/IconLabelList"/>
    <dgm:cxn modelId="{C4955614-F73A-4F68-9440-6D7E9D660C04}" type="presParOf" srcId="{AD41A1AF-976C-4538-B305-07AB315F8F8F}" destId="{9C53E04D-EA13-40DF-96CC-1F41B4B7A1A8}" srcOrd="1" destOrd="0" presId="urn:microsoft.com/office/officeart/2018/2/layout/IconLabelList"/>
    <dgm:cxn modelId="{94D7CDAB-EDA5-4596-B42F-AB54C15B061E}" type="presParOf" srcId="{AD41A1AF-976C-4538-B305-07AB315F8F8F}" destId="{423F856C-EC2E-473F-8C87-3B10FC5B1105}" srcOrd="2" destOrd="0" presId="urn:microsoft.com/office/officeart/2018/2/layout/IconLabelList"/>
    <dgm:cxn modelId="{FF3CF0CB-FF98-45C0-AE07-130FDC49B83D}" type="presParOf" srcId="{8BB8A3C7-D4BF-4B63-93E7-83409B8065B9}" destId="{E62C285E-E2E2-4AC2-B330-C2CE02BF2807}" srcOrd="9" destOrd="0" presId="urn:microsoft.com/office/officeart/2018/2/layout/IconLabelList"/>
    <dgm:cxn modelId="{AA39D7F0-5E1F-448F-B657-EDE397EA07CB}" type="presParOf" srcId="{8BB8A3C7-D4BF-4B63-93E7-83409B8065B9}" destId="{126F1962-1173-4498-85BF-080BDD4DF2E2}" srcOrd="10" destOrd="0" presId="urn:microsoft.com/office/officeart/2018/2/layout/IconLabelList"/>
    <dgm:cxn modelId="{3DA08134-EE08-4B84-B692-640DA7158FB7}" type="presParOf" srcId="{126F1962-1173-4498-85BF-080BDD4DF2E2}" destId="{B374089B-C885-4CE5-9978-FE7A7887745C}" srcOrd="0" destOrd="0" presId="urn:microsoft.com/office/officeart/2018/2/layout/IconLabelList"/>
    <dgm:cxn modelId="{8B6A6AA3-9827-45DD-BE60-F47EC35F6C20}" type="presParOf" srcId="{126F1962-1173-4498-85BF-080BDD4DF2E2}" destId="{CBDACBF6-B2D1-4645-B24F-716E35FB6070}" srcOrd="1" destOrd="0" presId="urn:microsoft.com/office/officeart/2018/2/layout/IconLabelList"/>
    <dgm:cxn modelId="{1BB8411A-4E4C-4AC2-B458-AD88A6795DCF}" type="presParOf" srcId="{126F1962-1173-4498-85BF-080BDD4DF2E2}" destId="{93B1C043-CFF7-4B32-B83F-DE3006E79C8A}" srcOrd="2" destOrd="0" presId="urn:microsoft.com/office/officeart/2018/2/layout/IconLabelList"/>
    <dgm:cxn modelId="{AC5813C9-D883-44B3-B277-059A3ACEC0DB}" type="presParOf" srcId="{8BB8A3C7-D4BF-4B63-93E7-83409B8065B9}" destId="{17B9E286-6361-49A6-894F-47E18090E765}" srcOrd="11" destOrd="0" presId="urn:microsoft.com/office/officeart/2018/2/layout/IconLabelList"/>
    <dgm:cxn modelId="{16D67643-6A0E-4D45-A66D-AC5E8D6DC6B8}" type="presParOf" srcId="{8BB8A3C7-D4BF-4B63-93E7-83409B8065B9}" destId="{FC00C616-289A-45B7-848E-141AD2A4C736}" srcOrd="12" destOrd="0" presId="urn:microsoft.com/office/officeart/2018/2/layout/IconLabelList"/>
    <dgm:cxn modelId="{8783A151-D000-4557-B19D-144D64589B71}" type="presParOf" srcId="{FC00C616-289A-45B7-848E-141AD2A4C736}" destId="{03E4C786-82E3-4BB0-8670-1DBA5F90EBF4}" srcOrd="0" destOrd="0" presId="urn:microsoft.com/office/officeart/2018/2/layout/IconLabelList"/>
    <dgm:cxn modelId="{7EF0C89A-0A33-4A57-BF1B-14E7B01EB5A3}" type="presParOf" srcId="{FC00C616-289A-45B7-848E-141AD2A4C736}" destId="{945062B7-DA1E-4619-847C-706E13B5E8B8}" srcOrd="1" destOrd="0" presId="urn:microsoft.com/office/officeart/2018/2/layout/IconLabelList"/>
    <dgm:cxn modelId="{0C673CAF-D8ED-41AD-B0C3-7442A3F957CB}" type="presParOf" srcId="{FC00C616-289A-45B7-848E-141AD2A4C736}" destId="{12E6B42F-D411-4411-B532-A33C62AEF78F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315AF84A-6F90-4161-B7E9-6FB8693DC04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43D7EC5-501E-4C3D-B93E-2B308E973701}">
      <dgm:prSet/>
      <dgm:spPr/>
      <dgm:t>
        <a:bodyPr/>
        <a:lstStyle/>
        <a:p>
          <a:r>
            <a:rPr lang="en-US"/>
            <a:t>CARACTERISTIQUES:</a:t>
          </a:r>
        </a:p>
      </dgm:t>
    </dgm:pt>
    <dgm:pt modelId="{53340ADE-9705-4A03-A862-BE83975B1046}" type="parTrans" cxnId="{00B2D9EC-D9C6-43F1-8D17-781BABD02CB9}">
      <dgm:prSet/>
      <dgm:spPr/>
      <dgm:t>
        <a:bodyPr/>
        <a:lstStyle/>
        <a:p>
          <a:endParaRPr lang="en-US"/>
        </a:p>
      </dgm:t>
    </dgm:pt>
    <dgm:pt modelId="{ADACED86-ABAC-4DC7-BD2A-4EAF9A133F92}" type="sibTrans" cxnId="{00B2D9EC-D9C6-43F1-8D17-781BABD02CB9}">
      <dgm:prSet/>
      <dgm:spPr/>
      <dgm:t>
        <a:bodyPr/>
        <a:lstStyle/>
        <a:p>
          <a:endParaRPr lang="en-US"/>
        </a:p>
      </dgm:t>
    </dgm:pt>
    <dgm:pt modelId="{6103E4FA-6BD9-4E52-90DF-1E43652C9745}">
      <dgm:prSet/>
      <dgm:spPr/>
      <dgm:t>
        <a:bodyPr/>
        <a:lstStyle/>
        <a:p>
          <a:r>
            <a:rPr lang="en-US"/>
            <a:t>Langage: PowerShell 5.1+</a:t>
          </a:r>
        </a:p>
      </dgm:t>
    </dgm:pt>
    <dgm:pt modelId="{2D77A8D5-82F6-48AB-86F7-3ED7A2F008F2}" type="parTrans" cxnId="{55CC88F2-E28F-4F86-94C0-2F9C1980AF44}">
      <dgm:prSet/>
      <dgm:spPr/>
      <dgm:t>
        <a:bodyPr/>
        <a:lstStyle/>
        <a:p>
          <a:endParaRPr lang="en-US"/>
        </a:p>
      </dgm:t>
    </dgm:pt>
    <dgm:pt modelId="{87C40731-D478-4EB9-8A9E-FF198A26042C}" type="sibTrans" cxnId="{55CC88F2-E28F-4F86-94C0-2F9C1980AF44}">
      <dgm:prSet/>
      <dgm:spPr/>
      <dgm:t>
        <a:bodyPr/>
        <a:lstStyle/>
        <a:p>
          <a:endParaRPr lang="en-US"/>
        </a:p>
      </dgm:t>
    </dgm:pt>
    <dgm:pt modelId="{5D496C41-6482-46A9-AF2E-AB5BB5B29022}">
      <dgm:prSet/>
      <dgm:spPr/>
      <dgm:t>
        <a:bodyPr/>
        <a:lstStyle/>
        <a:p>
          <a:r>
            <a:rPr lang="en-US"/>
            <a:t>Lignes de code: ~800 lignes</a:t>
          </a:r>
        </a:p>
      </dgm:t>
    </dgm:pt>
    <dgm:pt modelId="{06F9A572-93A6-49D0-BB33-14A1436EA281}" type="parTrans" cxnId="{71EF12F9-2703-4AA2-BF20-84F4CDDFCE65}">
      <dgm:prSet/>
      <dgm:spPr/>
      <dgm:t>
        <a:bodyPr/>
        <a:lstStyle/>
        <a:p>
          <a:endParaRPr lang="en-US"/>
        </a:p>
      </dgm:t>
    </dgm:pt>
    <dgm:pt modelId="{CFB2E59B-B0C7-4CBE-B020-65A5BAD8556F}" type="sibTrans" cxnId="{71EF12F9-2703-4AA2-BF20-84F4CDDFCE65}">
      <dgm:prSet/>
      <dgm:spPr/>
      <dgm:t>
        <a:bodyPr/>
        <a:lstStyle/>
        <a:p>
          <a:endParaRPr lang="en-US"/>
        </a:p>
      </dgm:t>
    </dgm:pt>
    <dgm:pt modelId="{FEC1C8E7-EC12-41DB-BDBE-A162CF0529C4}">
      <dgm:prSet/>
      <dgm:spPr/>
      <dgm:t>
        <a:bodyPr/>
        <a:lstStyle/>
        <a:p>
          <a:r>
            <a:rPr lang="en-US"/>
            <a:t>Verifications: 50+ controles automatises</a:t>
          </a:r>
        </a:p>
      </dgm:t>
    </dgm:pt>
    <dgm:pt modelId="{A6565DA3-451B-4F7C-A448-7CC0D9CD231B}" type="parTrans" cxnId="{8B78B96A-F3E8-4EDE-A798-7B6A306A66B9}">
      <dgm:prSet/>
      <dgm:spPr/>
      <dgm:t>
        <a:bodyPr/>
        <a:lstStyle/>
        <a:p>
          <a:endParaRPr lang="en-US"/>
        </a:p>
      </dgm:t>
    </dgm:pt>
    <dgm:pt modelId="{CDCBDEF8-8E4C-48F9-B131-9B9B53AA97EC}" type="sibTrans" cxnId="{8B78B96A-F3E8-4EDE-A798-7B6A306A66B9}">
      <dgm:prSet/>
      <dgm:spPr/>
      <dgm:t>
        <a:bodyPr/>
        <a:lstStyle/>
        <a:p>
          <a:endParaRPr lang="en-US"/>
        </a:p>
      </dgm:t>
    </dgm:pt>
    <dgm:pt modelId="{D3133D71-C8B6-4915-86AB-31AF9EE64424}">
      <dgm:prSet/>
      <dgm:spPr/>
      <dgm:t>
        <a:bodyPr/>
        <a:lstStyle/>
        <a:p>
          <a:r>
            <a:rPr lang="en-US"/>
            <a:t>Execution: 2-3 minutes</a:t>
          </a:r>
        </a:p>
      </dgm:t>
    </dgm:pt>
    <dgm:pt modelId="{C179F3A5-63F2-4A50-A14E-20D524937E08}" type="parTrans" cxnId="{A9A60CBF-7404-4070-A27F-892D4B63BBE1}">
      <dgm:prSet/>
      <dgm:spPr/>
      <dgm:t>
        <a:bodyPr/>
        <a:lstStyle/>
        <a:p>
          <a:endParaRPr lang="en-US"/>
        </a:p>
      </dgm:t>
    </dgm:pt>
    <dgm:pt modelId="{0D37C655-1CDC-4C68-8281-E945E0890690}" type="sibTrans" cxnId="{A9A60CBF-7404-4070-A27F-892D4B63BBE1}">
      <dgm:prSet/>
      <dgm:spPr/>
      <dgm:t>
        <a:bodyPr/>
        <a:lstStyle/>
        <a:p>
          <a:endParaRPr lang="en-US"/>
        </a:p>
      </dgm:t>
    </dgm:pt>
    <dgm:pt modelId="{226A3B5D-F513-47B5-8F73-D2AD6949035B}">
      <dgm:prSet/>
      <dgm:spPr/>
      <dgm:t>
        <a:bodyPr/>
        <a:lstStyle/>
        <a:p>
          <a:r>
            <a:rPr lang="en-US"/>
            <a:t>Privileges: Administrateur requis</a:t>
          </a:r>
        </a:p>
      </dgm:t>
    </dgm:pt>
    <dgm:pt modelId="{3B3E42DF-05AD-4070-9B55-6DF422BC89E7}" type="parTrans" cxnId="{7A998DA6-7964-4687-B4C8-0E887B527D78}">
      <dgm:prSet/>
      <dgm:spPr/>
      <dgm:t>
        <a:bodyPr/>
        <a:lstStyle/>
        <a:p>
          <a:endParaRPr lang="en-US"/>
        </a:p>
      </dgm:t>
    </dgm:pt>
    <dgm:pt modelId="{6D87DDC1-FD17-4E19-9C1A-490C1359C752}" type="sibTrans" cxnId="{7A998DA6-7964-4687-B4C8-0E887B527D78}">
      <dgm:prSet/>
      <dgm:spPr/>
      <dgm:t>
        <a:bodyPr/>
        <a:lstStyle/>
        <a:p>
          <a:endParaRPr lang="en-US"/>
        </a:p>
      </dgm:t>
    </dgm:pt>
    <dgm:pt modelId="{40D6BB26-EEB9-4028-8F4D-5FC023DA7CD9}">
      <dgm:prSet/>
      <dgm:spPr/>
      <dgm:t>
        <a:bodyPr/>
        <a:lstStyle/>
        <a:p>
          <a:r>
            <a:rPr lang="en-US"/>
            <a:t>OUTPUT:</a:t>
          </a:r>
        </a:p>
      </dgm:t>
    </dgm:pt>
    <dgm:pt modelId="{DFEA8DE9-5ACB-4CC3-ADC1-55EEB601EA1B}" type="parTrans" cxnId="{6BB1E13B-401F-4E36-A023-AB9B50F95C0B}">
      <dgm:prSet/>
      <dgm:spPr/>
      <dgm:t>
        <a:bodyPr/>
        <a:lstStyle/>
        <a:p>
          <a:endParaRPr lang="en-US"/>
        </a:p>
      </dgm:t>
    </dgm:pt>
    <dgm:pt modelId="{DE57D207-3EE3-4A01-A7C5-FA12AB25147F}" type="sibTrans" cxnId="{6BB1E13B-401F-4E36-A023-AB9B50F95C0B}">
      <dgm:prSet/>
      <dgm:spPr/>
      <dgm:t>
        <a:bodyPr/>
        <a:lstStyle/>
        <a:p>
          <a:endParaRPr lang="en-US"/>
        </a:p>
      </dgm:t>
    </dgm:pt>
    <dgm:pt modelId="{7E765373-C246-4A19-AE64-B58435B312D7}">
      <dgm:prSet/>
      <dgm:spPr/>
      <dgm:t>
        <a:bodyPr/>
        <a:lstStyle/>
        <a:p>
          <a:r>
            <a:rPr lang="en-US" dirty="0"/>
            <a:t>Rapport HTML + Rapport PDF</a:t>
          </a:r>
        </a:p>
      </dgm:t>
    </dgm:pt>
    <dgm:pt modelId="{2BA476DB-9DFA-4C52-8786-CD07AAA6B725}" type="parTrans" cxnId="{3A102002-8364-4406-B64A-F0251B726AE9}">
      <dgm:prSet/>
      <dgm:spPr/>
      <dgm:t>
        <a:bodyPr/>
        <a:lstStyle/>
        <a:p>
          <a:endParaRPr lang="en-US"/>
        </a:p>
      </dgm:t>
    </dgm:pt>
    <dgm:pt modelId="{1FFFBD36-21FC-4B9A-BF93-B6D3D151E400}" type="sibTrans" cxnId="{3A102002-8364-4406-B64A-F0251B726AE9}">
      <dgm:prSet/>
      <dgm:spPr/>
      <dgm:t>
        <a:bodyPr/>
        <a:lstStyle/>
        <a:p>
          <a:endParaRPr lang="en-US"/>
        </a:p>
      </dgm:t>
    </dgm:pt>
    <dgm:pt modelId="{5FCF9B1F-DB80-44B0-9BB3-E49039CD53B7}" type="pres">
      <dgm:prSet presAssocID="{315AF84A-6F90-4161-B7E9-6FB8693DC04F}" presName="linear" presStyleCnt="0">
        <dgm:presLayoutVars>
          <dgm:animLvl val="lvl"/>
          <dgm:resizeHandles val="exact"/>
        </dgm:presLayoutVars>
      </dgm:prSet>
      <dgm:spPr/>
    </dgm:pt>
    <dgm:pt modelId="{2189A5A8-F53B-4358-9A23-5B577EEA5D26}" type="pres">
      <dgm:prSet presAssocID="{243D7EC5-501E-4C3D-B93E-2B308E973701}" presName="parentText" presStyleLbl="node1" presStyleIdx="0" presStyleCnt="8">
        <dgm:presLayoutVars>
          <dgm:chMax val="0"/>
          <dgm:bulletEnabled val="1"/>
        </dgm:presLayoutVars>
      </dgm:prSet>
      <dgm:spPr/>
    </dgm:pt>
    <dgm:pt modelId="{A851D39C-D15C-436E-AFFD-05BB73C78CCA}" type="pres">
      <dgm:prSet presAssocID="{ADACED86-ABAC-4DC7-BD2A-4EAF9A133F92}" presName="spacer" presStyleCnt="0"/>
      <dgm:spPr/>
    </dgm:pt>
    <dgm:pt modelId="{F609A05F-5A54-465B-9929-CFCA551FDCC6}" type="pres">
      <dgm:prSet presAssocID="{6103E4FA-6BD9-4E52-90DF-1E43652C9745}" presName="parentText" presStyleLbl="node1" presStyleIdx="1" presStyleCnt="8">
        <dgm:presLayoutVars>
          <dgm:chMax val="0"/>
          <dgm:bulletEnabled val="1"/>
        </dgm:presLayoutVars>
      </dgm:prSet>
      <dgm:spPr/>
    </dgm:pt>
    <dgm:pt modelId="{8B3D1AA4-940E-4E1E-AF63-77C458A0B4BF}" type="pres">
      <dgm:prSet presAssocID="{87C40731-D478-4EB9-8A9E-FF198A26042C}" presName="spacer" presStyleCnt="0"/>
      <dgm:spPr/>
    </dgm:pt>
    <dgm:pt modelId="{1A2378D8-7358-4840-99F3-2DEE1614285C}" type="pres">
      <dgm:prSet presAssocID="{5D496C41-6482-46A9-AF2E-AB5BB5B29022}" presName="parentText" presStyleLbl="node1" presStyleIdx="2" presStyleCnt="8">
        <dgm:presLayoutVars>
          <dgm:chMax val="0"/>
          <dgm:bulletEnabled val="1"/>
        </dgm:presLayoutVars>
      </dgm:prSet>
      <dgm:spPr/>
    </dgm:pt>
    <dgm:pt modelId="{37A5FD4E-C0D1-4750-B563-9A3720A89D86}" type="pres">
      <dgm:prSet presAssocID="{CFB2E59B-B0C7-4CBE-B020-65A5BAD8556F}" presName="spacer" presStyleCnt="0"/>
      <dgm:spPr/>
    </dgm:pt>
    <dgm:pt modelId="{A2A886E8-9F7D-4A64-9EBC-1D0B414417B4}" type="pres">
      <dgm:prSet presAssocID="{FEC1C8E7-EC12-41DB-BDBE-A162CF0529C4}" presName="parentText" presStyleLbl="node1" presStyleIdx="3" presStyleCnt="8">
        <dgm:presLayoutVars>
          <dgm:chMax val="0"/>
          <dgm:bulletEnabled val="1"/>
        </dgm:presLayoutVars>
      </dgm:prSet>
      <dgm:spPr/>
    </dgm:pt>
    <dgm:pt modelId="{29E2DAB4-ABDD-43A5-92FC-DF95D9BAF7B3}" type="pres">
      <dgm:prSet presAssocID="{CDCBDEF8-8E4C-48F9-B131-9B9B53AA97EC}" presName="spacer" presStyleCnt="0"/>
      <dgm:spPr/>
    </dgm:pt>
    <dgm:pt modelId="{E7D06E7B-261E-4566-AAFC-9C774CAA7458}" type="pres">
      <dgm:prSet presAssocID="{D3133D71-C8B6-4915-86AB-31AF9EE64424}" presName="parentText" presStyleLbl="node1" presStyleIdx="4" presStyleCnt="8">
        <dgm:presLayoutVars>
          <dgm:chMax val="0"/>
          <dgm:bulletEnabled val="1"/>
        </dgm:presLayoutVars>
      </dgm:prSet>
      <dgm:spPr/>
    </dgm:pt>
    <dgm:pt modelId="{233445AA-559A-4290-BA05-4A3A28EF515E}" type="pres">
      <dgm:prSet presAssocID="{0D37C655-1CDC-4C68-8281-E945E0890690}" presName="spacer" presStyleCnt="0"/>
      <dgm:spPr/>
    </dgm:pt>
    <dgm:pt modelId="{32FB0F3B-D3B1-43A4-A8BC-0849BF5E8350}" type="pres">
      <dgm:prSet presAssocID="{226A3B5D-F513-47B5-8F73-D2AD6949035B}" presName="parentText" presStyleLbl="node1" presStyleIdx="5" presStyleCnt="8">
        <dgm:presLayoutVars>
          <dgm:chMax val="0"/>
          <dgm:bulletEnabled val="1"/>
        </dgm:presLayoutVars>
      </dgm:prSet>
      <dgm:spPr/>
    </dgm:pt>
    <dgm:pt modelId="{F820240D-B796-47FA-AEF4-881D6DDFAC99}" type="pres">
      <dgm:prSet presAssocID="{6D87DDC1-FD17-4E19-9C1A-490C1359C752}" presName="spacer" presStyleCnt="0"/>
      <dgm:spPr/>
    </dgm:pt>
    <dgm:pt modelId="{008D4269-88F3-43CD-9BC3-84B696E264E2}" type="pres">
      <dgm:prSet presAssocID="{40D6BB26-EEB9-4028-8F4D-5FC023DA7CD9}" presName="parentText" presStyleLbl="node1" presStyleIdx="6" presStyleCnt="8">
        <dgm:presLayoutVars>
          <dgm:chMax val="0"/>
          <dgm:bulletEnabled val="1"/>
        </dgm:presLayoutVars>
      </dgm:prSet>
      <dgm:spPr/>
    </dgm:pt>
    <dgm:pt modelId="{330A9A34-4B9F-4CA5-98B4-1B88A8840630}" type="pres">
      <dgm:prSet presAssocID="{DE57D207-3EE3-4A01-A7C5-FA12AB25147F}" presName="spacer" presStyleCnt="0"/>
      <dgm:spPr/>
    </dgm:pt>
    <dgm:pt modelId="{0448F777-0D63-4EAE-8884-49306F3B715E}" type="pres">
      <dgm:prSet presAssocID="{7E765373-C246-4A19-AE64-B58435B312D7}" presName="parentText" presStyleLbl="node1" presStyleIdx="7" presStyleCnt="8">
        <dgm:presLayoutVars>
          <dgm:chMax val="0"/>
          <dgm:bulletEnabled val="1"/>
        </dgm:presLayoutVars>
      </dgm:prSet>
      <dgm:spPr/>
    </dgm:pt>
  </dgm:ptLst>
  <dgm:cxnLst>
    <dgm:cxn modelId="{3A102002-8364-4406-B64A-F0251B726AE9}" srcId="{315AF84A-6F90-4161-B7E9-6FB8693DC04F}" destId="{7E765373-C246-4A19-AE64-B58435B312D7}" srcOrd="7" destOrd="0" parTransId="{2BA476DB-9DFA-4C52-8786-CD07AAA6B725}" sibTransId="{1FFFBD36-21FC-4B9A-BF93-B6D3D151E400}"/>
    <dgm:cxn modelId="{8F7F7C1D-64D1-4B89-BA04-016741237B61}" type="presOf" srcId="{226A3B5D-F513-47B5-8F73-D2AD6949035B}" destId="{32FB0F3B-D3B1-43A4-A8BC-0849BF5E8350}" srcOrd="0" destOrd="0" presId="urn:microsoft.com/office/officeart/2005/8/layout/vList2"/>
    <dgm:cxn modelId="{6BB1E13B-401F-4E36-A023-AB9B50F95C0B}" srcId="{315AF84A-6F90-4161-B7E9-6FB8693DC04F}" destId="{40D6BB26-EEB9-4028-8F4D-5FC023DA7CD9}" srcOrd="6" destOrd="0" parTransId="{DFEA8DE9-5ACB-4CC3-ADC1-55EEB601EA1B}" sibTransId="{DE57D207-3EE3-4A01-A7C5-FA12AB25147F}"/>
    <dgm:cxn modelId="{995F4962-CE82-4BD1-BE55-843414E3D5C2}" type="presOf" srcId="{FEC1C8E7-EC12-41DB-BDBE-A162CF0529C4}" destId="{A2A886E8-9F7D-4A64-9EBC-1D0B414417B4}" srcOrd="0" destOrd="0" presId="urn:microsoft.com/office/officeart/2005/8/layout/vList2"/>
    <dgm:cxn modelId="{8B78B96A-F3E8-4EDE-A798-7B6A306A66B9}" srcId="{315AF84A-6F90-4161-B7E9-6FB8693DC04F}" destId="{FEC1C8E7-EC12-41DB-BDBE-A162CF0529C4}" srcOrd="3" destOrd="0" parTransId="{A6565DA3-451B-4F7C-A448-7CC0D9CD231B}" sibTransId="{CDCBDEF8-8E4C-48F9-B131-9B9B53AA97EC}"/>
    <dgm:cxn modelId="{9E2D206C-753C-4F7F-A7DB-3B719D2B848E}" type="presOf" srcId="{7E765373-C246-4A19-AE64-B58435B312D7}" destId="{0448F777-0D63-4EAE-8884-49306F3B715E}" srcOrd="0" destOrd="0" presId="urn:microsoft.com/office/officeart/2005/8/layout/vList2"/>
    <dgm:cxn modelId="{41FE3375-E9D5-4796-B486-A468DECBBF7D}" type="presOf" srcId="{40D6BB26-EEB9-4028-8F4D-5FC023DA7CD9}" destId="{008D4269-88F3-43CD-9BC3-84B696E264E2}" srcOrd="0" destOrd="0" presId="urn:microsoft.com/office/officeart/2005/8/layout/vList2"/>
    <dgm:cxn modelId="{E7735296-CD25-4621-80EA-DAEF17C15315}" type="presOf" srcId="{5D496C41-6482-46A9-AF2E-AB5BB5B29022}" destId="{1A2378D8-7358-4840-99F3-2DEE1614285C}" srcOrd="0" destOrd="0" presId="urn:microsoft.com/office/officeart/2005/8/layout/vList2"/>
    <dgm:cxn modelId="{7A998DA6-7964-4687-B4C8-0E887B527D78}" srcId="{315AF84A-6F90-4161-B7E9-6FB8693DC04F}" destId="{226A3B5D-F513-47B5-8F73-D2AD6949035B}" srcOrd="5" destOrd="0" parTransId="{3B3E42DF-05AD-4070-9B55-6DF422BC89E7}" sibTransId="{6D87DDC1-FD17-4E19-9C1A-490C1359C752}"/>
    <dgm:cxn modelId="{A9A60CBF-7404-4070-A27F-892D4B63BBE1}" srcId="{315AF84A-6F90-4161-B7E9-6FB8693DC04F}" destId="{D3133D71-C8B6-4915-86AB-31AF9EE64424}" srcOrd="4" destOrd="0" parTransId="{C179F3A5-63F2-4A50-A14E-20D524937E08}" sibTransId="{0D37C655-1CDC-4C68-8281-E945E0890690}"/>
    <dgm:cxn modelId="{AFC856C0-DFD1-4791-8715-096C7110F083}" type="presOf" srcId="{243D7EC5-501E-4C3D-B93E-2B308E973701}" destId="{2189A5A8-F53B-4358-9A23-5B577EEA5D26}" srcOrd="0" destOrd="0" presId="urn:microsoft.com/office/officeart/2005/8/layout/vList2"/>
    <dgm:cxn modelId="{2F8CAAE0-078D-46B0-9E04-A8FC00316CFC}" type="presOf" srcId="{6103E4FA-6BD9-4E52-90DF-1E43652C9745}" destId="{F609A05F-5A54-465B-9929-CFCA551FDCC6}" srcOrd="0" destOrd="0" presId="urn:microsoft.com/office/officeart/2005/8/layout/vList2"/>
    <dgm:cxn modelId="{00B2D9EC-D9C6-43F1-8D17-781BABD02CB9}" srcId="{315AF84A-6F90-4161-B7E9-6FB8693DC04F}" destId="{243D7EC5-501E-4C3D-B93E-2B308E973701}" srcOrd="0" destOrd="0" parTransId="{53340ADE-9705-4A03-A862-BE83975B1046}" sibTransId="{ADACED86-ABAC-4DC7-BD2A-4EAF9A133F92}"/>
    <dgm:cxn modelId="{55CC88F2-E28F-4F86-94C0-2F9C1980AF44}" srcId="{315AF84A-6F90-4161-B7E9-6FB8693DC04F}" destId="{6103E4FA-6BD9-4E52-90DF-1E43652C9745}" srcOrd="1" destOrd="0" parTransId="{2D77A8D5-82F6-48AB-86F7-3ED7A2F008F2}" sibTransId="{87C40731-D478-4EB9-8A9E-FF198A26042C}"/>
    <dgm:cxn modelId="{F950B9F3-C928-4467-89B9-625D2289ECA8}" type="presOf" srcId="{315AF84A-6F90-4161-B7E9-6FB8693DC04F}" destId="{5FCF9B1F-DB80-44B0-9BB3-E49039CD53B7}" srcOrd="0" destOrd="0" presId="urn:microsoft.com/office/officeart/2005/8/layout/vList2"/>
    <dgm:cxn modelId="{71EF12F9-2703-4AA2-BF20-84F4CDDFCE65}" srcId="{315AF84A-6F90-4161-B7E9-6FB8693DC04F}" destId="{5D496C41-6482-46A9-AF2E-AB5BB5B29022}" srcOrd="2" destOrd="0" parTransId="{06F9A572-93A6-49D0-BB33-14A1436EA281}" sibTransId="{CFB2E59B-B0C7-4CBE-B020-65A5BAD8556F}"/>
    <dgm:cxn modelId="{1C5B04FD-69B9-4ABB-B149-BBC73AA6523A}" type="presOf" srcId="{D3133D71-C8B6-4915-86AB-31AF9EE64424}" destId="{E7D06E7B-261E-4566-AAFC-9C774CAA7458}" srcOrd="0" destOrd="0" presId="urn:microsoft.com/office/officeart/2005/8/layout/vList2"/>
    <dgm:cxn modelId="{608DEFC7-A070-466D-BA6E-DAB0610D6673}" type="presParOf" srcId="{5FCF9B1F-DB80-44B0-9BB3-E49039CD53B7}" destId="{2189A5A8-F53B-4358-9A23-5B577EEA5D26}" srcOrd="0" destOrd="0" presId="urn:microsoft.com/office/officeart/2005/8/layout/vList2"/>
    <dgm:cxn modelId="{A9F27E04-F5C7-4DC0-B55C-6BD549FA781A}" type="presParOf" srcId="{5FCF9B1F-DB80-44B0-9BB3-E49039CD53B7}" destId="{A851D39C-D15C-436E-AFFD-05BB73C78CCA}" srcOrd="1" destOrd="0" presId="urn:microsoft.com/office/officeart/2005/8/layout/vList2"/>
    <dgm:cxn modelId="{1996399B-34F8-4E7E-B42F-88C6CB20173B}" type="presParOf" srcId="{5FCF9B1F-DB80-44B0-9BB3-E49039CD53B7}" destId="{F609A05F-5A54-465B-9929-CFCA551FDCC6}" srcOrd="2" destOrd="0" presId="urn:microsoft.com/office/officeart/2005/8/layout/vList2"/>
    <dgm:cxn modelId="{28FCB0F4-8CE7-4BC4-BB4B-46F3D9DDD91D}" type="presParOf" srcId="{5FCF9B1F-DB80-44B0-9BB3-E49039CD53B7}" destId="{8B3D1AA4-940E-4E1E-AF63-77C458A0B4BF}" srcOrd="3" destOrd="0" presId="urn:microsoft.com/office/officeart/2005/8/layout/vList2"/>
    <dgm:cxn modelId="{6F12A834-D159-4AE4-BDFC-C20ACBBCBA32}" type="presParOf" srcId="{5FCF9B1F-DB80-44B0-9BB3-E49039CD53B7}" destId="{1A2378D8-7358-4840-99F3-2DEE1614285C}" srcOrd="4" destOrd="0" presId="urn:microsoft.com/office/officeart/2005/8/layout/vList2"/>
    <dgm:cxn modelId="{40BAE986-785B-4A36-9D98-A3A1E0A15FFF}" type="presParOf" srcId="{5FCF9B1F-DB80-44B0-9BB3-E49039CD53B7}" destId="{37A5FD4E-C0D1-4750-B563-9A3720A89D86}" srcOrd="5" destOrd="0" presId="urn:microsoft.com/office/officeart/2005/8/layout/vList2"/>
    <dgm:cxn modelId="{4DF5784B-4795-47F1-960D-EDD4B48BA58D}" type="presParOf" srcId="{5FCF9B1F-DB80-44B0-9BB3-E49039CD53B7}" destId="{A2A886E8-9F7D-4A64-9EBC-1D0B414417B4}" srcOrd="6" destOrd="0" presId="urn:microsoft.com/office/officeart/2005/8/layout/vList2"/>
    <dgm:cxn modelId="{C79D103A-272C-40CC-8908-79093D553641}" type="presParOf" srcId="{5FCF9B1F-DB80-44B0-9BB3-E49039CD53B7}" destId="{29E2DAB4-ABDD-43A5-92FC-DF95D9BAF7B3}" srcOrd="7" destOrd="0" presId="urn:microsoft.com/office/officeart/2005/8/layout/vList2"/>
    <dgm:cxn modelId="{2ED166CE-0BBF-43EA-952B-F97308F8551E}" type="presParOf" srcId="{5FCF9B1F-DB80-44B0-9BB3-E49039CD53B7}" destId="{E7D06E7B-261E-4566-AAFC-9C774CAA7458}" srcOrd="8" destOrd="0" presId="urn:microsoft.com/office/officeart/2005/8/layout/vList2"/>
    <dgm:cxn modelId="{B56AA696-3FCC-4D98-B05D-79DF1B9160C1}" type="presParOf" srcId="{5FCF9B1F-DB80-44B0-9BB3-E49039CD53B7}" destId="{233445AA-559A-4290-BA05-4A3A28EF515E}" srcOrd="9" destOrd="0" presId="urn:microsoft.com/office/officeart/2005/8/layout/vList2"/>
    <dgm:cxn modelId="{B25D5AC9-2D56-492F-A744-28C48AABC950}" type="presParOf" srcId="{5FCF9B1F-DB80-44B0-9BB3-E49039CD53B7}" destId="{32FB0F3B-D3B1-43A4-A8BC-0849BF5E8350}" srcOrd="10" destOrd="0" presId="urn:microsoft.com/office/officeart/2005/8/layout/vList2"/>
    <dgm:cxn modelId="{B3BD947B-C0F5-45EE-8E95-9475B40C1F2F}" type="presParOf" srcId="{5FCF9B1F-DB80-44B0-9BB3-E49039CD53B7}" destId="{F820240D-B796-47FA-AEF4-881D6DDFAC99}" srcOrd="11" destOrd="0" presId="urn:microsoft.com/office/officeart/2005/8/layout/vList2"/>
    <dgm:cxn modelId="{ADA46C19-7F24-4FEB-B273-7F5DBCFD508C}" type="presParOf" srcId="{5FCF9B1F-DB80-44B0-9BB3-E49039CD53B7}" destId="{008D4269-88F3-43CD-9BC3-84B696E264E2}" srcOrd="12" destOrd="0" presId="urn:microsoft.com/office/officeart/2005/8/layout/vList2"/>
    <dgm:cxn modelId="{CA095D14-7B7A-470A-8DDD-E9770591BBFC}" type="presParOf" srcId="{5FCF9B1F-DB80-44B0-9BB3-E49039CD53B7}" destId="{330A9A34-4B9F-4CA5-98B4-1B88A8840630}" srcOrd="13" destOrd="0" presId="urn:microsoft.com/office/officeart/2005/8/layout/vList2"/>
    <dgm:cxn modelId="{379DCC6A-EAC8-4C77-8A9B-FEBC8E48AB61}" type="presParOf" srcId="{5FCF9B1F-DB80-44B0-9BB3-E49039CD53B7}" destId="{0448F777-0D63-4EAE-8884-49306F3B715E}" srcOrd="1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68060EDB-AAF6-4FAE-8C93-B8BD26B834B3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67870C7-97E1-4C5C-BAB6-26E2EFBC8088}">
      <dgm:prSet/>
      <dgm:spPr/>
      <dgm:t>
        <a:bodyPr/>
        <a:lstStyle/>
        <a:p>
          <a:r>
            <a:rPr lang="en-US"/>
            <a:t>Check-RegistryValue()</a:t>
          </a:r>
        </a:p>
      </dgm:t>
    </dgm:pt>
    <dgm:pt modelId="{91759299-7DBE-49F8-8F84-281166AA5E3D}" type="parTrans" cxnId="{BC04FB6C-D227-495C-AFA3-F88179D37E6A}">
      <dgm:prSet/>
      <dgm:spPr/>
      <dgm:t>
        <a:bodyPr/>
        <a:lstStyle/>
        <a:p>
          <a:endParaRPr lang="en-US"/>
        </a:p>
      </dgm:t>
    </dgm:pt>
    <dgm:pt modelId="{AF3D9265-8C15-4BE8-A025-EADFE489AC4F}" type="sibTrans" cxnId="{BC04FB6C-D227-495C-AFA3-F88179D37E6A}">
      <dgm:prSet/>
      <dgm:spPr/>
      <dgm:t>
        <a:bodyPr/>
        <a:lstStyle/>
        <a:p>
          <a:endParaRPr lang="en-US"/>
        </a:p>
      </dgm:t>
    </dgm:pt>
    <dgm:pt modelId="{B7669286-EB10-4B4E-8B2D-D55EE60C5E00}">
      <dgm:prSet/>
      <dgm:spPr/>
      <dgm:t>
        <a:bodyPr/>
        <a:lstStyle/>
        <a:p>
          <a:r>
            <a:rPr lang="en-US"/>
            <a:t>Verifie cles de registre securite</a:t>
          </a:r>
        </a:p>
      </dgm:t>
    </dgm:pt>
    <dgm:pt modelId="{F1B1C240-AD63-45DC-9B69-FEECA8AB846A}" type="parTrans" cxnId="{5B3EADF4-2DDA-4097-AC8D-97F2EBCA4FF0}">
      <dgm:prSet/>
      <dgm:spPr/>
      <dgm:t>
        <a:bodyPr/>
        <a:lstStyle/>
        <a:p>
          <a:endParaRPr lang="en-US"/>
        </a:p>
      </dgm:t>
    </dgm:pt>
    <dgm:pt modelId="{C90C45A7-0EB3-4F66-B72B-A57D3A003590}" type="sibTrans" cxnId="{5B3EADF4-2DDA-4097-AC8D-97F2EBCA4FF0}">
      <dgm:prSet/>
      <dgm:spPr/>
      <dgm:t>
        <a:bodyPr/>
        <a:lstStyle/>
        <a:p>
          <a:endParaRPr lang="en-US"/>
        </a:p>
      </dgm:t>
    </dgm:pt>
    <dgm:pt modelId="{CE7D1CFB-8B5D-43EB-BC13-77DC203ED45C}">
      <dgm:prSet/>
      <dgm:spPr/>
      <dgm:t>
        <a:bodyPr/>
        <a:lstStyle/>
        <a:p>
          <a:r>
            <a:rPr lang="en-US"/>
            <a:t>Check-ServiceStatus()</a:t>
          </a:r>
        </a:p>
      </dgm:t>
    </dgm:pt>
    <dgm:pt modelId="{AFC42160-E49E-47EE-921E-A821E5F648DE}" type="parTrans" cxnId="{4249FCA7-9BAA-4378-8341-5A7CF223D18E}">
      <dgm:prSet/>
      <dgm:spPr/>
      <dgm:t>
        <a:bodyPr/>
        <a:lstStyle/>
        <a:p>
          <a:endParaRPr lang="en-US"/>
        </a:p>
      </dgm:t>
    </dgm:pt>
    <dgm:pt modelId="{10DD3B91-039E-4813-AD6D-314319605275}" type="sibTrans" cxnId="{4249FCA7-9BAA-4378-8341-5A7CF223D18E}">
      <dgm:prSet/>
      <dgm:spPr/>
      <dgm:t>
        <a:bodyPr/>
        <a:lstStyle/>
        <a:p>
          <a:endParaRPr lang="en-US"/>
        </a:p>
      </dgm:t>
    </dgm:pt>
    <dgm:pt modelId="{2D01F2E8-7E70-4579-ACF8-6961D09061C8}">
      <dgm:prSet/>
      <dgm:spPr/>
      <dgm:t>
        <a:bodyPr/>
        <a:lstStyle/>
        <a:p>
          <a:r>
            <a:rPr lang="en-US"/>
            <a:t>Verifie etat des services critiques</a:t>
          </a:r>
        </a:p>
      </dgm:t>
    </dgm:pt>
    <dgm:pt modelId="{DFC01CF2-8148-41CD-840C-7F68D9E3DAF7}" type="parTrans" cxnId="{B4E08510-2490-4EDE-9CF6-EBC083386D3F}">
      <dgm:prSet/>
      <dgm:spPr/>
      <dgm:t>
        <a:bodyPr/>
        <a:lstStyle/>
        <a:p>
          <a:endParaRPr lang="en-US"/>
        </a:p>
      </dgm:t>
    </dgm:pt>
    <dgm:pt modelId="{FC1F3D2D-70EA-4B26-BE17-8747D4A684AE}" type="sibTrans" cxnId="{B4E08510-2490-4EDE-9CF6-EBC083386D3F}">
      <dgm:prSet/>
      <dgm:spPr/>
      <dgm:t>
        <a:bodyPr/>
        <a:lstStyle/>
        <a:p>
          <a:endParaRPr lang="en-US"/>
        </a:p>
      </dgm:t>
    </dgm:pt>
    <dgm:pt modelId="{25629A32-434F-48C9-9FFE-F9545C511ABA}">
      <dgm:prSet/>
      <dgm:spPr/>
      <dgm:t>
        <a:bodyPr/>
        <a:lstStyle/>
        <a:p>
          <a:r>
            <a:rPr lang="en-US"/>
            <a:t>Calculate-Score()</a:t>
          </a:r>
        </a:p>
      </dgm:t>
    </dgm:pt>
    <dgm:pt modelId="{088E6A10-2BCB-4637-9B81-657C924C1CD6}" type="parTrans" cxnId="{909E9B22-DB9A-453E-8C89-EFD28B612011}">
      <dgm:prSet/>
      <dgm:spPr/>
      <dgm:t>
        <a:bodyPr/>
        <a:lstStyle/>
        <a:p>
          <a:endParaRPr lang="en-US"/>
        </a:p>
      </dgm:t>
    </dgm:pt>
    <dgm:pt modelId="{C5247A40-C1E0-4CD2-9619-4AFADFB653CC}" type="sibTrans" cxnId="{909E9B22-DB9A-453E-8C89-EFD28B612011}">
      <dgm:prSet/>
      <dgm:spPr/>
      <dgm:t>
        <a:bodyPr/>
        <a:lstStyle/>
        <a:p>
          <a:endParaRPr lang="en-US"/>
        </a:p>
      </dgm:t>
    </dgm:pt>
    <dgm:pt modelId="{7B6982DD-9C14-4873-8850-5118C90568C4}">
      <dgm:prSet/>
      <dgm:spPr/>
      <dgm:t>
        <a:bodyPr/>
        <a:lstStyle/>
        <a:p>
          <a:r>
            <a:rPr lang="en-US"/>
            <a:t>Calcule score global pondere</a:t>
          </a:r>
        </a:p>
      </dgm:t>
    </dgm:pt>
    <dgm:pt modelId="{0529EEF0-A46E-4F8C-A671-C6C3E736EF93}" type="parTrans" cxnId="{C7124295-8A06-48ED-82D0-50966C7B00E1}">
      <dgm:prSet/>
      <dgm:spPr/>
      <dgm:t>
        <a:bodyPr/>
        <a:lstStyle/>
        <a:p>
          <a:endParaRPr lang="en-US"/>
        </a:p>
      </dgm:t>
    </dgm:pt>
    <dgm:pt modelId="{A2545ABD-85AF-48B1-9D99-212ABF5043A6}" type="sibTrans" cxnId="{C7124295-8A06-48ED-82D0-50966C7B00E1}">
      <dgm:prSet/>
      <dgm:spPr/>
      <dgm:t>
        <a:bodyPr/>
        <a:lstStyle/>
        <a:p>
          <a:endParaRPr lang="en-US"/>
        </a:p>
      </dgm:t>
    </dgm:pt>
    <dgm:pt modelId="{8121D366-12ED-4951-BB40-A18BE4EA0CF5}">
      <dgm:prSet/>
      <dgm:spPr/>
      <dgm:t>
        <a:bodyPr/>
        <a:lstStyle/>
        <a:p>
          <a:r>
            <a:rPr lang="en-US"/>
            <a:t>Generate-HTMLReport()</a:t>
          </a:r>
        </a:p>
      </dgm:t>
    </dgm:pt>
    <dgm:pt modelId="{5853A70C-5AE6-4BAE-99A2-10FA503F0F9F}" type="parTrans" cxnId="{1FD67228-6410-491C-B937-C85E2E274954}">
      <dgm:prSet/>
      <dgm:spPr/>
      <dgm:t>
        <a:bodyPr/>
        <a:lstStyle/>
        <a:p>
          <a:endParaRPr lang="en-US"/>
        </a:p>
      </dgm:t>
    </dgm:pt>
    <dgm:pt modelId="{A6DB6956-5A0D-486A-A4AE-E8B5E4652AD3}" type="sibTrans" cxnId="{1FD67228-6410-491C-B937-C85E2E274954}">
      <dgm:prSet/>
      <dgm:spPr/>
      <dgm:t>
        <a:bodyPr/>
        <a:lstStyle/>
        <a:p>
          <a:endParaRPr lang="en-US"/>
        </a:p>
      </dgm:t>
    </dgm:pt>
    <dgm:pt modelId="{F9D22764-3167-4D3D-81D7-CF3E47D11B7A}">
      <dgm:prSet/>
      <dgm:spPr/>
      <dgm:t>
        <a:bodyPr/>
        <a:lstStyle/>
        <a:p>
          <a:r>
            <a:rPr lang="en-US"/>
            <a:t>Cree rapport HTML avec CSS</a:t>
          </a:r>
        </a:p>
      </dgm:t>
    </dgm:pt>
    <dgm:pt modelId="{B8DB5A9A-9144-4B5E-9AD1-20D0863E7568}" type="parTrans" cxnId="{754413A6-2168-4921-9B02-51E4839FBF46}">
      <dgm:prSet/>
      <dgm:spPr/>
      <dgm:t>
        <a:bodyPr/>
        <a:lstStyle/>
        <a:p>
          <a:endParaRPr lang="en-US"/>
        </a:p>
      </dgm:t>
    </dgm:pt>
    <dgm:pt modelId="{B9015BA1-2AD6-4BDF-8FC4-AE2C3B8CF400}" type="sibTrans" cxnId="{754413A6-2168-4921-9B02-51E4839FBF46}">
      <dgm:prSet/>
      <dgm:spPr/>
      <dgm:t>
        <a:bodyPr/>
        <a:lstStyle/>
        <a:p>
          <a:endParaRPr lang="en-US"/>
        </a:p>
      </dgm:t>
    </dgm:pt>
    <dgm:pt modelId="{F22479E1-218E-4AF0-8F66-6D99DD234246}" type="pres">
      <dgm:prSet presAssocID="{68060EDB-AAF6-4FAE-8C93-B8BD26B834B3}" presName="vert0" presStyleCnt="0">
        <dgm:presLayoutVars>
          <dgm:dir/>
          <dgm:animOne val="branch"/>
          <dgm:animLvl val="lvl"/>
        </dgm:presLayoutVars>
      </dgm:prSet>
      <dgm:spPr/>
    </dgm:pt>
    <dgm:pt modelId="{6E61F92A-D717-4144-A596-B3BDBFFDE5D7}" type="pres">
      <dgm:prSet presAssocID="{467870C7-97E1-4C5C-BAB6-26E2EFBC8088}" presName="thickLine" presStyleLbl="alignNode1" presStyleIdx="0" presStyleCnt="8"/>
      <dgm:spPr/>
    </dgm:pt>
    <dgm:pt modelId="{35C938A8-B382-4124-96A4-48D3E91AF845}" type="pres">
      <dgm:prSet presAssocID="{467870C7-97E1-4C5C-BAB6-26E2EFBC8088}" presName="horz1" presStyleCnt="0"/>
      <dgm:spPr/>
    </dgm:pt>
    <dgm:pt modelId="{5A9568FC-7051-449F-A6AC-954E58D33E34}" type="pres">
      <dgm:prSet presAssocID="{467870C7-97E1-4C5C-BAB6-26E2EFBC8088}" presName="tx1" presStyleLbl="revTx" presStyleIdx="0" presStyleCnt="8"/>
      <dgm:spPr/>
    </dgm:pt>
    <dgm:pt modelId="{988D48BA-0AE4-46A5-AA0E-18A0CF5D0B6B}" type="pres">
      <dgm:prSet presAssocID="{467870C7-97E1-4C5C-BAB6-26E2EFBC8088}" presName="vert1" presStyleCnt="0"/>
      <dgm:spPr/>
    </dgm:pt>
    <dgm:pt modelId="{FBB6C734-6351-4B42-929C-3458E840E418}" type="pres">
      <dgm:prSet presAssocID="{B7669286-EB10-4B4E-8B2D-D55EE60C5E00}" presName="thickLine" presStyleLbl="alignNode1" presStyleIdx="1" presStyleCnt="8"/>
      <dgm:spPr/>
    </dgm:pt>
    <dgm:pt modelId="{1B69D677-7E81-4E9D-ADBE-0E3E153628CB}" type="pres">
      <dgm:prSet presAssocID="{B7669286-EB10-4B4E-8B2D-D55EE60C5E00}" presName="horz1" presStyleCnt="0"/>
      <dgm:spPr/>
    </dgm:pt>
    <dgm:pt modelId="{46F7444F-FCD8-4425-A26B-42F147CB29D0}" type="pres">
      <dgm:prSet presAssocID="{B7669286-EB10-4B4E-8B2D-D55EE60C5E00}" presName="tx1" presStyleLbl="revTx" presStyleIdx="1" presStyleCnt="8"/>
      <dgm:spPr/>
    </dgm:pt>
    <dgm:pt modelId="{78E60643-DBE9-4BE4-B88B-DDAED461DC48}" type="pres">
      <dgm:prSet presAssocID="{B7669286-EB10-4B4E-8B2D-D55EE60C5E00}" presName="vert1" presStyleCnt="0"/>
      <dgm:spPr/>
    </dgm:pt>
    <dgm:pt modelId="{D3C2D2E6-A2E2-4B3F-BADA-6238CE74A9B9}" type="pres">
      <dgm:prSet presAssocID="{CE7D1CFB-8B5D-43EB-BC13-77DC203ED45C}" presName="thickLine" presStyleLbl="alignNode1" presStyleIdx="2" presStyleCnt="8"/>
      <dgm:spPr/>
    </dgm:pt>
    <dgm:pt modelId="{9D72F0D4-259E-47CD-B4E3-D76E3FEACF42}" type="pres">
      <dgm:prSet presAssocID="{CE7D1CFB-8B5D-43EB-BC13-77DC203ED45C}" presName="horz1" presStyleCnt="0"/>
      <dgm:spPr/>
    </dgm:pt>
    <dgm:pt modelId="{7632C917-8B90-4DF8-9B6C-426C3B890F57}" type="pres">
      <dgm:prSet presAssocID="{CE7D1CFB-8B5D-43EB-BC13-77DC203ED45C}" presName="tx1" presStyleLbl="revTx" presStyleIdx="2" presStyleCnt="8"/>
      <dgm:spPr/>
    </dgm:pt>
    <dgm:pt modelId="{5745B464-85D3-4B18-B9DD-66729F108A3A}" type="pres">
      <dgm:prSet presAssocID="{CE7D1CFB-8B5D-43EB-BC13-77DC203ED45C}" presName="vert1" presStyleCnt="0"/>
      <dgm:spPr/>
    </dgm:pt>
    <dgm:pt modelId="{3BC55968-8768-4D03-B1EA-E751E9D0DA8F}" type="pres">
      <dgm:prSet presAssocID="{2D01F2E8-7E70-4579-ACF8-6961D09061C8}" presName="thickLine" presStyleLbl="alignNode1" presStyleIdx="3" presStyleCnt="8"/>
      <dgm:spPr/>
    </dgm:pt>
    <dgm:pt modelId="{0703C823-7AC4-4BB2-951F-CF90FEA20399}" type="pres">
      <dgm:prSet presAssocID="{2D01F2E8-7E70-4579-ACF8-6961D09061C8}" presName="horz1" presStyleCnt="0"/>
      <dgm:spPr/>
    </dgm:pt>
    <dgm:pt modelId="{F213C34D-12DE-42CA-AB2D-B943F2E87C92}" type="pres">
      <dgm:prSet presAssocID="{2D01F2E8-7E70-4579-ACF8-6961D09061C8}" presName="tx1" presStyleLbl="revTx" presStyleIdx="3" presStyleCnt="8"/>
      <dgm:spPr/>
    </dgm:pt>
    <dgm:pt modelId="{D052B1C0-D90A-4111-AEA5-4E5F8E65144F}" type="pres">
      <dgm:prSet presAssocID="{2D01F2E8-7E70-4579-ACF8-6961D09061C8}" presName="vert1" presStyleCnt="0"/>
      <dgm:spPr/>
    </dgm:pt>
    <dgm:pt modelId="{CAE5F98D-7BE0-4977-870C-7E5F0901820E}" type="pres">
      <dgm:prSet presAssocID="{25629A32-434F-48C9-9FFE-F9545C511ABA}" presName="thickLine" presStyleLbl="alignNode1" presStyleIdx="4" presStyleCnt="8"/>
      <dgm:spPr/>
    </dgm:pt>
    <dgm:pt modelId="{DF4EE0F6-0138-42A9-A4F4-DF358C44A2FB}" type="pres">
      <dgm:prSet presAssocID="{25629A32-434F-48C9-9FFE-F9545C511ABA}" presName="horz1" presStyleCnt="0"/>
      <dgm:spPr/>
    </dgm:pt>
    <dgm:pt modelId="{E2A09D8E-6A70-4487-8D14-96A60B4B06B9}" type="pres">
      <dgm:prSet presAssocID="{25629A32-434F-48C9-9FFE-F9545C511ABA}" presName="tx1" presStyleLbl="revTx" presStyleIdx="4" presStyleCnt="8"/>
      <dgm:spPr/>
    </dgm:pt>
    <dgm:pt modelId="{CBF2FB3C-4CB1-4B0D-A2F3-5B6E43F5A15B}" type="pres">
      <dgm:prSet presAssocID="{25629A32-434F-48C9-9FFE-F9545C511ABA}" presName="vert1" presStyleCnt="0"/>
      <dgm:spPr/>
    </dgm:pt>
    <dgm:pt modelId="{FBC4BD7B-7726-474E-B55A-CDCBAEA8BF34}" type="pres">
      <dgm:prSet presAssocID="{7B6982DD-9C14-4873-8850-5118C90568C4}" presName="thickLine" presStyleLbl="alignNode1" presStyleIdx="5" presStyleCnt="8"/>
      <dgm:spPr/>
    </dgm:pt>
    <dgm:pt modelId="{B15751E3-2DCD-4029-88BB-2B875CC425B8}" type="pres">
      <dgm:prSet presAssocID="{7B6982DD-9C14-4873-8850-5118C90568C4}" presName="horz1" presStyleCnt="0"/>
      <dgm:spPr/>
    </dgm:pt>
    <dgm:pt modelId="{E752B0E5-D067-4404-9BB0-02B61CA9C16B}" type="pres">
      <dgm:prSet presAssocID="{7B6982DD-9C14-4873-8850-5118C90568C4}" presName="tx1" presStyleLbl="revTx" presStyleIdx="5" presStyleCnt="8"/>
      <dgm:spPr/>
    </dgm:pt>
    <dgm:pt modelId="{4ED1AD66-D2F9-40A4-9D91-371A43E57677}" type="pres">
      <dgm:prSet presAssocID="{7B6982DD-9C14-4873-8850-5118C90568C4}" presName="vert1" presStyleCnt="0"/>
      <dgm:spPr/>
    </dgm:pt>
    <dgm:pt modelId="{276B4EA6-8D2C-4FF4-80FF-7C0F3D69405B}" type="pres">
      <dgm:prSet presAssocID="{8121D366-12ED-4951-BB40-A18BE4EA0CF5}" presName="thickLine" presStyleLbl="alignNode1" presStyleIdx="6" presStyleCnt="8"/>
      <dgm:spPr/>
    </dgm:pt>
    <dgm:pt modelId="{0179AAEE-88E6-44E5-A7B7-DFDB96FD010B}" type="pres">
      <dgm:prSet presAssocID="{8121D366-12ED-4951-BB40-A18BE4EA0CF5}" presName="horz1" presStyleCnt="0"/>
      <dgm:spPr/>
    </dgm:pt>
    <dgm:pt modelId="{A2F34CFD-8842-46D6-BA1E-97C842444152}" type="pres">
      <dgm:prSet presAssocID="{8121D366-12ED-4951-BB40-A18BE4EA0CF5}" presName="tx1" presStyleLbl="revTx" presStyleIdx="6" presStyleCnt="8"/>
      <dgm:spPr/>
    </dgm:pt>
    <dgm:pt modelId="{8CC9FAAD-E6EC-420A-B9CA-A87752773337}" type="pres">
      <dgm:prSet presAssocID="{8121D366-12ED-4951-BB40-A18BE4EA0CF5}" presName="vert1" presStyleCnt="0"/>
      <dgm:spPr/>
    </dgm:pt>
    <dgm:pt modelId="{4B13AD71-3307-4001-BEF7-E042E14BF276}" type="pres">
      <dgm:prSet presAssocID="{F9D22764-3167-4D3D-81D7-CF3E47D11B7A}" presName="thickLine" presStyleLbl="alignNode1" presStyleIdx="7" presStyleCnt="8"/>
      <dgm:spPr/>
    </dgm:pt>
    <dgm:pt modelId="{34884EA1-8ABC-45E9-AA23-B3318B5660DA}" type="pres">
      <dgm:prSet presAssocID="{F9D22764-3167-4D3D-81D7-CF3E47D11B7A}" presName="horz1" presStyleCnt="0"/>
      <dgm:spPr/>
    </dgm:pt>
    <dgm:pt modelId="{DEC67393-CF53-4EBD-B3BC-BF268AE427F4}" type="pres">
      <dgm:prSet presAssocID="{F9D22764-3167-4D3D-81D7-CF3E47D11B7A}" presName="tx1" presStyleLbl="revTx" presStyleIdx="7" presStyleCnt="8"/>
      <dgm:spPr/>
    </dgm:pt>
    <dgm:pt modelId="{435DF0A7-AB85-4C57-9743-B3DBA03CB675}" type="pres">
      <dgm:prSet presAssocID="{F9D22764-3167-4D3D-81D7-CF3E47D11B7A}" presName="vert1" presStyleCnt="0"/>
      <dgm:spPr/>
    </dgm:pt>
  </dgm:ptLst>
  <dgm:cxnLst>
    <dgm:cxn modelId="{B4E08510-2490-4EDE-9CF6-EBC083386D3F}" srcId="{68060EDB-AAF6-4FAE-8C93-B8BD26B834B3}" destId="{2D01F2E8-7E70-4579-ACF8-6961D09061C8}" srcOrd="3" destOrd="0" parTransId="{DFC01CF2-8148-41CD-840C-7F68D9E3DAF7}" sibTransId="{FC1F3D2D-70EA-4B26-BE17-8747D4A684AE}"/>
    <dgm:cxn modelId="{909E9B22-DB9A-453E-8C89-EFD28B612011}" srcId="{68060EDB-AAF6-4FAE-8C93-B8BD26B834B3}" destId="{25629A32-434F-48C9-9FFE-F9545C511ABA}" srcOrd="4" destOrd="0" parTransId="{088E6A10-2BCB-4637-9B81-657C924C1CD6}" sibTransId="{C5247A40-C1E0-4CD2-9619-4AFADFB653CC}"/>
    <dgm:cxn modelId="{89947827-F9A4-43AF-A7D6-38C6F79F4B32}" type="presOf" srcId="{25629A32-434F-48C9-9FFE-F9545C511ABA}" destId="{E2A09D8E-6A70-4487-8D14-96A60B4B06B9}" srcOrd="0" destOrd="0" presId="urn:microsoft.com/office/officeart/2008/layout/LinedList"/>
    <dgm:cxn modelId="{1FD67228-6410-491C-B937-C85E2E274954}" srcId="{68060EDB-AAF6-4FAE-8C93-B8BD26B834B3}" destId="{8121D366-12ED-4951-BB40-A18BE4EA0CF5}" srcOrd="6" destOrd="0" parTransId="{5853A70C-5AE6-4BAE-99A2-10FA503F0F9F}" sibTransId="{A6DB6956-5A0D-486A-A4AE-E8B5E4652AD3}"/>
    <dgm:cxn modelId="{F6496B41-5050-4B29-8134-05222E0601AA}" type="presOf" srcId="{7B6982DD-9C14-4873-8850-5118C90568C4}" destId="{E752B0E5-D067-4404-9BB0-02B61CA9C16B}" srcOrd="0" destOrd="0" presId="urn:microsoft.com/office/officeart/2008/layout/LinedList"/>
    <dgm:cxn modelId="{A65B2D69-EAB5-404D-B8C8-D8A7C4B1A413}" type="presOf" srcId="{467870C7-97E1-4C5C-BAB6-26E2EFBC8088}" destId="{5A9568FC-7051-449F-A6AC-954E58D33E34}" srcOrd="0" destOrd="0" presId="urn:microsoft.com/office/officeart/2008/layout/LinedList"/>
    <dgm:cxn modelId="{BC04FB6C-D227-495C-AFA3-F88179D37E6A}" srcId="{68060EDB-AAF6-4FAE-8C93-B8BD26B834B3}" destId="{467870C7-97E1-4C5C-BAB6-26E2EFBC8088}" srcOrd="0" destOrd="0" parTransId="{91759299-7DBE-49F8-8F84-281166AA5E3D}" sibTransId="{AF3D9265-8C15-4BE8-A025-EADFE489AC4F}"/>
    <dgm:cxn modelId="{28F2638E-3EB5-46E6-8E69-E084EAC146F5}" type="presOf" srcId="{8121D366-12ED-4951-BB40-A18BE4EA0CF5}" destId="{A2F34CFD-8842-46D6-BA1E-97C842444152}" srcOrd="0" destOrd="0" presId="urn:microsoft.com/office/officeart/2008/layout/LinedList"/>
    <dgm:cxn modelId="{C7124295-8A06-48ED-82D0-50966C7B00E1}" srcId="{68060EDB-AAF6-4FAE-8C93-B8BD26B834B3}" destId="{7B6982DD-9C14-4873-8850-5118C90568C4}" srcOrd="5" destOrd="0" parTransId="{0529EEF0-A46E-4F8C-A671-C6C3E736EF93}" sibTransId="{A2545ABD-85AF-48B1-9D99-212ABF5043A6}"/>
    <dgm:cxn modelId="{754413A6-2168-4921-9B02-51E4839FBF46}" srcId="{68060EDB-AAF6-4FAE-8C93-B8BD26B834B3}" destId="{F9D22764-3167-4D3D-81D7-CF3E47D11B7A}" srcOrd="7" destOrd="0" parTransId="{B8DB5A9A-9144-4B5E-9AD1-20D0863E7568}" sibTransId="{B9015BA1-2AD6-4BDF-8FC4-AE2C3B8CF400}"/>
    <dgm:cxn modelId="{4249FCA7-9BAA-4378-8341-5A7CF223D18E}" srcId="{68060EDB-AAF6-4FAE-8C93-B8BD26B834B3}" destId="{CE7D1CFB-8B5D-43EB-BC13-77DC203ED45C}" srcOrd="2" destOrd="0" parTransId="{AFC42160-E49E-47EE-921E-A821E5F648DE}" sibTransId="{10DD3B91-039E-4813-AD6D-314319605275}"/>
    <dgm:cxn modelId="{4A01EABB-77B9-4C61-85B9-7E8F3E3B4DE8}" type="presOf" srcId="{68060EDB-AAF6-4FAE-8C93-B8BD26B834B3}" destId="{F22479E1-218E-4AF0-8F66-6D99DD234246}" srcOrd="0" destOrd="0" presId="urn:microsoft.com/office/officeart/2008/layout/LinedList"/>
    <dgm:cxn modelId="{B52DA5BF-2551-4697-B88A-4DD858089231}" type="presOf" srcId="{F9D22764-3167-4D3D-81D7-CF3E47D11B7A}" destId="{DEC67393-CF53-4EBD-B3BC-BF268AE427F4}" srcOrd="0" destOrd="0" presId="urn:microsoft.com/office/officeart/2008/layout/LinedList"/>
    <dgm:cxn modelId="{5F08C6EE-A622-4977-88E3-5B0BFA94433E}" type="presOf" srcId="{2D01F2E8-7E70-4579-ACF8-6961D09061C8}" destId="{F213C34D-12DE-42CA-AB2D-B943F2E87C92}" srcOrd="0" destOrd="0" presId="urn:microsoft.com/office/officeart/2008/layout/LinedList"/>
    <dgm:cxn modelId="{C5847CF0-A19E-45C9-8F14-A47194C58D7C}" type="presOf" srcId="{B7669286-EB10-4B4E-8B2D-D55EE60C5E00}" destId="{46F7444F-FCD8-4425-A26B-42F147CB29D0}" srcOrd="0" destOrd="0" presId="urn:microsoft.com/office/officeart/2008/layout/LinedList"/>
    <dgm:cxn modelId="{91269FF4-2A7D-4E32-B912-BA8474F33C3A}" type="presOf" srcId="{CE7D1CFB-8B5D-43EB-BC13-77DC203ED45C}" destId="{7632C917-8B90-4DF8-9B6C-426C3B890F57}" srcOrd="0" destOrd="0" presId="urn:microsoft.com/office/officeart/2008/layout/LinedList"/>
    <dgm:cxn modelId="{5B3EADF4-2DDA-4097-AC8D-97F2EBCA4FF0}" srcId="{68060EDB-AAF6-4FAE-8C93-B8BD26B834B3}" destId="{B7669286-EB10-4B4E-8B2D-D55EE60C5E00}" srcOrd="1" destOrd="0" parTransId="{F1B1C240-AD63-45DC-9B69-FEECA8AB846A}" sibTransId="{C90C45A7-0EB3-4F66-B72B-A57D3A003590}"/>
    <dgm:cxn modelId="{49E48A00-182D-417A-87B0-BD81C87C0C88}" type="presParOf" srcId="{F22479E1-218E-4AF0-8F66-6D99DD234246}" destId="{6E61F92A-D717-4144-A596-B3BDBFFDE5D7}" srcOrd="0" destOrd="0" presId="urn:microsoft.com/office/officeart/2008/layout/LinedList"/>
    <dgm:cxn modelId="{D7FAE675-11A0-4E20-84C7-B8D0FECB8924}" type="presParOf" srcId="{F22479E1-218E-4AF0-8F66-6D99DD234246}" destId="{35C938A8-B382-4124-96A4-48D3E91AF845}" srcOrd="1" destOrd="0" presId="urn:microsoft.com/office/officeart/2008/layout/LinedList"/>
    <dgm:cxn modelId="{B197CCF0-5EE7-4AE1-AFED-B08026A450D0}" type="presParOf" srcId="{35C938A8-B382-4124-96A4-48D3E91AF845}" destId="{5A9568FC-7051-449F-A6AC-954E58D33E34}" srcOrd="0" destOrd="0" presId="urn:microsoft.com/office/officeart/2008/layout/LinedList"/>
    <dgm:cxn modelId="{C63A1405-D1CB-4763-83FD-2CB68FEDCAF4}" type="presParOf" srcId="{35C938A8-B382-4124-96A4-48D3E91AF845}" destId="{988D48BA-0AE4-46A5-AA0E-18A0CF5D0B6B}" srcOrd="1" destOrd="0" presId="urn:microsoft.com/office/officeart/2008/layout/LinedList"/>
    <dgm:cxn modelId="{F3E7E1ED-41BB-4FD3-B957-A3B516BBBF8B}" type="presParOf" srcId="{F22479E1-218E-4AF0-8F66-6D99DD234246}" destId="{FBB6C734-6351-4B42-929C-3458E840E418}" srcOrd="2" destOrd="0" presId="urn:microsoft.com/office/officeart/2008/layout/LinedList"/>
    <dgm:cxn modelId="{F00ADADF-F8C1-4642-B1D3-5168C66C7298}" type="presParOf" srcId="{F22479E1-218E-4AF0-8F66-6D99DD234246}" destId="{1B69D677-7E81-4E9D-ADBE-0E3E153628CB}" srcOrd="3" destOrd="0" presId="urn:microsoft.com/office/officeart/2008/layout/LinedList"/>
    <dgm:cxn modelId="{E7E9582C-0638-465C-970D-3BA55D282AEC}" type="presParOf" srcId="{1B69D677-7E81-4E9D-ADBE-0E3E153628CB}" destId="{46F7444F-FCD8-4425-A26B-42F147CB29D0}" srcOrd="0" destOrd="0" presId="urn:microsoft.com/office/officeart/2008/layout/LinedList"/>
    <dgm:cxn modelId="{B6B60F95-8C5C-4076-9AF0-91172FBB1623}" type="presParOf" srcId="{1B69D677-7E81-4E9D-ADBE-0E3E153628CB}" destId="{78E60643-DBE9-4BE4-B88B-DDAED461DC48}" srcOrd="1" destOrd="0" presId="urn:microsoft.com/office/officeart/2008/layout/LinedList"/>
    <dgm:cxn modelId="{807EF7BB-93B6-46DA-BA29-2E1FE4305531}" type="presParOf" srcId="{F22479E1-218E-4AF0-8F66-6D99DD234246}" destId="{D3C2D2E6-A2E2-4B3F-BADA-6238CE74A9B9}" srcOrd="4" destOrd="0" presId="urn:microsoft.com/office/officeart/2008/layout/LinedList"/>
    <dgm:cxn modelId="{19CAAA41-B2B0-4763-B5E6-8EEE24E0C3EB}" type="presParOf" srcId="{F22479E1-218E-4AF0-8F66-6D99DD234246}" destId="{9D72F0D4-259E-47CD-B4E3-D76E3FEACF42}" srcOrd="5" destOrd="0" presId="urn:microsoft.com/office/officeart/2008/layout/LinedList"/>
    <dgm:cxn modelId="{4AE9D5F0-8184-4FF0-AA7D-59FF6E3EFC8C}" type="presParOf" srcId="{9D72F0D4-259E-47CD-B4E3-D76E3FEACF42}" destId="{7632C917-8B90-4DF8-9B6C-426C3B890F57}" srcOrd="0" destOrd="0" presId="urn:microsoft.com/office/officeart/2008/layout/LinedList"/>
    <dgm:cxn modelId="{E96ADD1D-F020-4160-8756-15F031BA7C40}" type="presParOf" srcId="{9D72F0D4-259E-47CD-B4E3-D76E3FEACF42}" destId="{5745B464-85D3-4B18-B9DD-66729F108A3A}" srcOrd="1" destOrd="0" presId="urn:microsoft.com/office/officeart/2008/layout/LinedList"/>
    <dgm:cxn modelId="{3234B8A8-F2ED-4E41-BE0C-23253E701083}" type="presParOf" srcId="{F22479E1-218E-4AF0-8F66-6D99DD234246}" destId="{3BC55968-8768-4D03-B1EA-E751E9D0DA8F}" srcOrd="6" destOrd="0" presId="urn:microsoft.com/office/officeart/2008/layout/LinedList"/>
    <dgm:cxn modelId="{03630073-CB8C-468E-B61F-9C931E8413F1}" type="presParOf" srcId="{F22479E1-218E-4AF0-8F66-6D99DD234246}" destId="{0703C823-7AC4-4BB2-951F-CF90FEA20399}" srcOrd="7" destOrd="0" presId="urn:microsoft.com/office/officeart/2008/layout/LinedList"/>
    <dgm:cxn modelId="{9B37C974-9C95-4D99-8CF2-6F9EC9831EF6}" type="presParOf" srcId="{0703C823-7AC4-4BB2-951F-CF90FEA20399}" destId="{F213C34D-12DE-42CA-AB2D-B943F2E87C92}" srcOrd="0" destOrd="0" presId="urn:microsoft.com/office/officeart/2008/layout/LinedList"/>
    <dgm:cxn modelId="{EECD0D4F-10F7-4894-B6A1-78EA64D5B023}" type="presParOf" srcId="{0703C823-7AC4-4BB2-951F-CF90FEA20399}" destId="{D052B1C0-D90A-4111-AEA5-4E5F8E65144F}" srcOrd="1" destOrd="0" presId="urn:microsoft.com/office/officeart/2008/layout/LinedList"/>
    <dgm:cxn modelId="{B92C927F-5826-4F3D-AFC6-AAEC6A232897}" type="presParOf" srcId="{F22479E1-218E-4AF0-8F66-6D99DD234246}" destId="{CAE5F98D-7BE0-4977-870C-7E5F0901820E}" srcOrd="8" destOrd="0" presId="urn:microsoft.com/office/officeart/2008/layout/LinedList"/>
    <dgm:cxn modelId="{7332F7FC-195C-40EC-AF7F-849F4B206D92}" type="presParOf" srcId="{F22479E1-218E-4AF0-8F66-6D99DD234246}" destId="{DF4EE0F6-0138-42A9-A4F4-DF358C44A2FB}" srcOrd="9" destOrd="0" presId="urn:microsoft.com/office/officeart/2008/layout/LinedList"/>
    <dgm:cxn modelId="{5BF73424-68AD-4C0B-B681-BB7E6302A398}" type="presParOf" srcId="{DF4EE0F6-0138-42A9-A4F4-DF358C44A2FB}" destId="{E2A09D8E-6A70-4487-8D14-96A60B4B06B9}" srcOrd="0" destOrd="0" presId="urn:microsoft.com/office/officeart/2008/layout/LinedList"/>
    <dgm:cxn modelId="{6BDDF1A0-AA5F-499C-B6FA-B7DBA3BB2B03}" type="presParOf" srcId="{DF4EE0F6-0138-42A9-A4F4-DF358C44A2FB}" destId="{CBF2FB3C-4CB1-4B0D-A2F3-5B6E43F5A15B}" srcOrd="1" destOrd="0" presId="urn:microsoft.com/office/officeart/2008/layout/LinedList"/>
    <dgm:cxn modelId="{F665E0B2-8139-4339-B3C8-A3F43F9AE283}" type="presParOf" srcId="{F22479E1-218E-4AF0-8F66-6D99DD234246}" destId="{FBC4BD7B-7726-474E-B55A-CDCBAEA8BF34}" srcOrd="10" destOrd="0" presId="urn:microsoft.com/office/officeart/2008/layout/LinedList"/>
    <dgm:cxn modelId="{DA1048F3-25F2-4C00-94EA-E4C6E6347FF9}" type="presParOf" srcId="{F22479E1-218E-4AF0-8F66-6D99DD234246}" destId="{B15751E3-2DCD-4029-88BB-2B875CC425B8}" srcOrd="11" destOrd="0" presId="urn:microsoft.com/office/officeart/2008/layout/LinedList"/>
    <dgm:cxn modelId="{442A85B4-AD41-47F2-B3AE-E4EAAB8F2041}" type="presParOf" srcId="{B15751E3-2DCD-4029-88BB-2B875CC425B8}" destId="{E752B0E5-D067-4404-9BB0-02B61CA9C16B}" srcOrd="0" destOrd="0" presId="urn:microsoft.com/office/officeart/2008/layout/LinedList"/>
    <dgm:cxn modelId="{6DF68B55-12E6-49E1-9F6A-54A7F9D9CA45}" type="presParOf" srcId="{B15751E3-2DCD-4029-88BB-2B875CC425B8}" destId="{4ED1AD66-D2F9-40A4-9D91-371A43E57677}" srcOrd="1" destOrd="0" presId="urn:microsoft.com/office/officeart/2008/layout/LinedList"/>
    <dgm:cxn modelId="{03C3B9B4-6EB2-42D9-AEDD-90526D079308}" type="presParOf" srcId="{F22479E1-218E-4AF0-8F66-6D99DD234246}" destId="{276B4EA6-8D2C-4FF4-80FF-7C0F3D69405B}" srcOrd="12" destOrd="0" presId="urn:microsoft.com/office/officeart/2008/layout/LinedList"/>
    <dgm:cxn modelId="{0F38744D-49ED-4301-80A8-20AB78AEAB80}" type="presParOf" srcId="{F22479E1-218E-4AF0-8F66-6D99DD234246}" destId="{0179AAEE-88E6-44E5-A7B7-DFDB96FD010B}" srcOrd="13" destOrd="0" presId="urn:microsoft.com/office/officeart/2008/layout/LinedList"/>
    <dgm:cxn modelId="{9FDD6AE0-B45B-47EE-8D32-B6BFF3A590BB}" type="presParOf" srcId="{0179AAEE-88E6-44E5-A7B7-DFDB96FD010B}" destId="{A2F34CFD-8842-46D6-BA1E-97C842444152}" srcOrd="0" destOrd="0" presId="urn:microsoft.com/office/officeart/2008/layout/LinedList"/>
    <dgm:cxn modelId="{28A3884B-2EE7-4108-9721-1A0256A8A65F}" type="presParOf" srcId="{0179AAEE-88E6-44E5-A7B7-DFDB96FD010B}" destId="{8CC9FAAD-E6EC-420A-B9CA-A87752773337}" srcOrd="1" destOrd="0" presId="urn:microsoft.com/office/officeart/2008/layout/LinedList"/>
    <dgm:cxn modelId="{E00255E1-10C7-48C2-954C-2A6CF41E5E6F}" type="presParOf" srcId="{F22479E1-218E-4AF0-8F66-6D99DD234246}" destId="{4B13AD71-3307-4001-BEF7-E042E14BF276}" srcOrd="14" destOrd="0" presId="urn:microsoft.com/office/officeart/2008/layout/LinedList"/>
    <dgm:cxn modelId="{3AD34253-79F3-4D21-8F7A-BBF70E5C851E}" type="presParOf" srcId="{F22479E1-218E-4AF0-8F66-6D99DD234246}" destId="{34884EA1-8ABC-45E9-AA23-B3318B5660DA}" srcOrd="15" destOrd="0" presId="urn:microsoft.com/office/officeart/2008/layout/LinedList"/>
    <dgm:cxn modelId="{CBD032CE-57DD-45FF-BCC1-6802F4ED75CC}" type="presParOf" srcId="{34884EA1-8ABC-45E9-AA23-B3318B5660DA}" destId="{DEC67393-CF53-4EBD-B3BC-BF268AE427F4}" srcOrd="0" destOrd="0" presId="urn:microsoft.com/office/officeart/2008/layout/LinedList"/>
    <dgm:cxn modelId="{6A254BCA-071F-4EE9-88DA-CF5E8B979CED}" type="presParOf" srcId="{34884EA1-8ABC-45E9-AA23-B3318B5660DA}" destId="{435DF0A7-AB85-4C57-9743-B3DBA03CB67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F70BAF-F749-4DAB-84F1-375AD43F88D4}">
      <dsp:nvSpPr>
        <dsp:cNvPr id="0" name=""/>
        <dsp:cNvSpPr/>
      </dsp:nvSpPr>
      <dsp:spPr>
        <a:xfrm>
          <a:off x="0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D3F631-3F9E-4560-BDF8-D6CFF874CC02}">
      <dsp:nvSpPr>
        <dsp:cNvPr id="0" name=""/>
        <dsp:cNvSpPr/>
      </dsp:nvSpPr>
      <dsp:spPr>
        <a:xfrm>
          <a:off x="341494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500" kern="1200" dirty="0"/>
            <a:t>Date: </a:t>
          </a:r>
        </a:p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500" kern="1200" dirty="0"/>
            <a:t>6 janvier 2026</a:t>
          </a:r>
          <a:endParaRPr lang="en-US" sz="3500" kern="1200" dirty="0"/>
        </a:p>
      </dsp:txBody>
      <dsp:txXfrm>
        <a:off x="398656" y="1088253"/>
        <a:ext cx="2959127" cy="1837317"/>
      </dsp:txXfrm>
    </dsp:sp>
    <dsp:sp modelId="{88321E49-1213-4637-BA39-4B44BE89DB15}">
      <dsp:nvSpPr>
        <dsp:cNvPr id="0" name=""/>
        <dsp:cNvSpPr/>
      </dsp:nvSpPr>
      <dsp:spPr>
        <a:xfrm>
          <a:off x="3756441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65BAC3-89FD-4458-BCD1-8C2266EFF71B}">
      <dsp:nvSpPr>
        <dsp:cNvPr id="0" name=""/>
        <dsp:cNvSpPr/>
      </dsp:nvSpPr>
      <dsp:spPr>
        <a:xfrm>
          <a:off x="4097935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500" kern="1200"/>
            <a:t>Auditeur: Ouali</a:t>
          </a:r>
          <a:endParaRPr lang="en-US" sz="3500" kern="1200"/>
        </a:p>
      </dsp:txBody>
      <dsp:txXfrm>
        <a:off x="4155097" y="1088253"/>
        <a:ext cx="2959127" cy="1837317"/>
      </dsp:txXfrm>
    </dsp:sp>
    <dsp:sp modelId="{31381175-BA22-48F2-8EBA-ECAB157BBCAC}">
      <dsp:nvSpPr>
        <dsp:cNvPr id="0" name=""/>
        <dsp:cNvSpPr/>
      </dsp:nvSpPr>
      <dsp:spPr>
        <a:xfrm>
          <a:off x="7512882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049DA2-75B2-475B-84BA-FEAE65D42E9F}">
      <dsp:nvSpPr>
        <dsp:cNvPr id="0" name=""/>
        <dsp:cNvSpPr/>
      </dsp:nvSpPr>
      <dsp:spPr>
        <a:xfrm>
          <a:off x="7854377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500" kern="1200" dirty="0"/>
            <a:t>Client: </a:t>
          </a:r>
        </a:p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500" kern="1200" dirty="0"/>
            <a:t>ESGI</a:t>
          </a:r>
          <a:endParaRPr lang="en-US" sz="3500" kern="1200" dirty="0"/>
        </a:p>
      </dsp:txBody>
      <dsp:txXfrm>
        <a:off x="7911539" y="1088253"/>
        <a:ext cx="2959127" cy="183731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565DC3-2E52-44BF-9AFC-E22EEEF51E0A}">
      <dsp:nvSpPr>
        <dsp:cNvPr id="0" name=""/>
        <dsp:cNvSpPr/>
      </dsp:nvSpPr>
      <dsp:spPr>
        <a:xfrm>
          <a:off x="1127830" y="508017"/>
          <a:ext cx="616992" cy="61699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1E43D9-48BE-4977-BF16-38ACBE4E9AC3}">
      <dsp:nvSpPr>
        <dsp:cNvPr id="0" name=""/>
        <dsp:cNvSpPr/>
      </dsp:nvSpPr>
      <dsp:spPr>
        <a:xfrm>
          <a:off x="750779" y="1376578"/>
          <a:ext cx="1371093" cy="548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/>
            <a:t>1. Contexte et Objectifs</a:t>
          </a:r>
          <a:endParaRPr lang="en-US" sz="1800" kern="1200"/>
        </a:p>
      </dsp:txBody>
      <dsp:txXfrm>
        <a:off x="750779" y="1376578"/>
        <a:ext cx="1371093" cy="548437"/>
      </dsp:txXfrm>
    </dsp:sp>
    <dsp:sp modelId="{A119A151-3EC6-4AB0-AB4E-41A5A8C80E70}">
      <dsp:nvSpPr>
        <dsp:cNvPr id="0" name=""/>
        <dsp:cNvSpPr/>
      </dsp:nvSpPr>
      <dsp:spPr>
        <a:xfrm>
          <a:off x="2738865" y="508017"/>
          <a:ext cx="616992" cy="61699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1E82BE-1347-4955-915E-FFF5303A06D3}">
      <dsp:nvSpPr>
        <dsp:cNvPr id="0" name=""/>
        <dsp:cNvSpPr/>
      </dsp:nvSpPr>
      <dsp:spPr>
        <a:xfrm>
          <a:off x="2361814" y="1376578"/>
          <a:ext cx="1371093" cy="548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/>
            <a:t>2. Methodologie</a:t>
          </a:r>
          <a:endParaRPr lang="en-US" sz="1800" kern="1200"/>
        </a:p>
      </dsp:txBody>
      <dsp:txXfrm>
        <a:off x="2361814" y="1376578"/>
        <a:ext cx="1371093" cy="548437"/>
      </dsp:txXfrm>
    </dsp:sp>
    <dsp:sp modelId="{098938F6-A1F0-4224-8057-2E66358C2C33}">
      <dsp:nvSpPr>
        <dsp:cNvPr id="0" name=""/>
        <dsp:cNvSpPr/>
      </dsp:nvSpPr>
      <dsp:spPr>
        <a:xfrm>
          <a:off x="4349900" y="508017"/>
          <a:ext cx="616992" cy="61699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F20548-2752-4E29-9395-C471988CBB76}">
      <dsp:nvSpPr>
        <dsp:cNvPr id="0" name=""/>
        <dsp:cNvSpPr/>
      </dsp:nvSpPr>
      <dsp:spPr>
        <a:xfrm>
          <a:off x="3972850" y="1376578"/>
          <a:ext cx="1371093" cy="548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/>
            <a:t>3. Resultats - Score 42%</a:t>
          </a:r>
          <a:endParaRPr lang="en-US" sz="1800" kern="1200"/>
        </a:p>
      </dsp:txBody>
      <dsp:txXfrm>
        <a:off x="3972850" y="1376578"/>
        <a:ext cx="1371093" cy="548437"/>
      </dsp:txXfrm>
    </dsp:sp>
    <dsp:sp modelId="{6B657D9A-2216-424D-85D3-8D07372DAC54}">
      <dsp:nvSpPr>
        <dsp:cNvPr id="0" name=""/>
        <dsp:cNvSpPr/>
      </dsp:nvSpPr>
      <dsp:spPr>
        <a:xfrm>
          <a:off x="5960935" y="508017"/>
          <a:ext cx="616992" cy="61699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9ACAC6-FB59-4187-8365-324340C2F689}">
      <dsp:nvSpPr>
        <dsp:cNvPr id="0" name=""/>
        <dsp:cNvSpPr/>
      </dsp:nvSpPr>
      <dsp:spPr>
        <a:xfrm>
          <a:off x="5583885" y="1376578"/>
          <a:ext cx="1371093" cy="548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/>
            <a:t>4. Findings</a:t>
          </a:r>
          <a:endParaRPr lang="en-US" sz="1800" kern="1200"/>
        </a:p>
      </dsp:txBody>
      <dsp:txXfrm>
        <a:off x="5583885" y="1376578"/>
        <a:ext cx="1371093" cy="548437"/>
      </dsp:txXfrm>
    </dsp:sp>
    <dsp:sp modelId="{3E6D423A-A799-469F-BF67-210195BB1D65}">
      <dsp:nvSpPr>
        <dsp:cNvPr id="0" name=""/>
        <dsp:cNvSpPr/>
      </dsp:nvSpPr>
      <dsp:spPr>
        <a:xfrm>
          <a:off x="7571971" y="508017"/>
          <a:ext cx="616992" cy="61699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FF9865-279B-49C0-BA58-A9EE5826002B}">
      <dsp:nvSpPr>
        <dsp:cNvPr id="0" name=""/>
        <dsp:cNvSpPr/>
      </dsp:nvSpPr>
      <dsp:spPr>
        <a:xfrm>
          <a:off x="7194920" y="1376578"/>
          <a:ext cx="1371093" cy="548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/>
            <a:t>5. Plan Remediation</a:t>
          </a:r>
          <a:endParaRPr lang="en-US" sz="1800" kern="1200"/>
        </a:p>
      </dsp:txBody>
      <dsp:txXfrm>
        <a:off x="7194920" y="1376578"/>
        <a:ext cx="1371093" cy="548437"/>
      </dsp:txXfrm>
    </dsp:sp>
    <dsp:sp modelId="{43994830-9FDE-43B9-B627-EA0A0006C65D}">
      <dsp:nvSpPr>
        <dsp:cNvPr id="0" name=""/>
        <dsp:cNvSpPr/>
      </dsp:nvSpPr>
      <dsp:spPr>
        <a:xfrm>
          <a:off x="9183006" y="508017"/>
          <a:ext cx="616992" cy="616992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A7589B-6239-49C1-8435-52E79524DE52}">
      <dsp:nvSpPr>
        <dsp:cNvPr id="0" name=""/>
        <dsp:cNvSpPr/>
      </dsp:nvSpPr>
      <dsp:spPr>
        <a:xfrm>
          <a:off x="8805955" y="1376578"/>
          <a:ext cx="1371093" cy="548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/>
            <a:t>6. Monitoring</a:t>
          </a:r>
          <a:endParaRPr lang="en-US" sz="1800" kern="1200"/>
        </a:p>
      </dsp:txBody>
      <dsp:txXfrm>
        <a:off x="8805955" y="1376578"/>
        <a:ext cx="1371093" cy="548437"/>
      </dsp:txXfrm>
    </dsp:sp>
    <dsp:sp modelId="{1CEAA04B-67F4-4F47-8725-1DD1EDE6CBFB}">
      <dsp:nvSpPr>
        <dsp:cNvPr id="0" name=""/>
        <dsp:cNvSpPr/>
      </dsp:nvSpPr>
      <dsp:spPr>
        <a:xfrm>
          <a:off x="4349900" y="2267789"/>
          <a:ext cx="616992" cy="616992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18BF69-03BE-48BA-BD1E-99090DDBC384}">
      <dsp:nvSpPr>
        <dsp:cNvPr id="0" name=""/>
        <dsp:cNvSpPr/>
      </dsp:nvSpPr>
      <dsp:spPr>
        <a:xfrm>
          <a:off x="3972850" y="3136349"/>
          <a:ext cx="1371093" cy="548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/>
            <a:t>7. Conformite</a:t>
          </a:r>
          <a:endParaRPr lang="en-US" sz="1800" kern="1200"/>
        </a:p>
      </dsp:txBody>
      <dsp:txXfrm>
        <a:off x="3972850" y="3136349"/>
        <a:ext cx="1371093" cy="548437"/>
      </dsp:txXfrm>
    </dsp:sp>
    <dsp:sp modelId="{CDDFDC93-5ABC-4814-8AE8-3AE3B839537D}">
      <dsp:nvSpPr>
        <dsp:cNvPr id="0" name=""/>
        <dsp:cNvSpPr/>
      </dsp:nvSpPr>
      <dsp:spPr>
        <a:xfrm>
          <a:off x="5960935" y="2267789"/>
          <a:ext cx="616992" cy="616992"/>
        </a:xfrm>
        <a:prstGeom prst="rect">
          <a:avLst/>
        </a:prstGeom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E210B9-856E-4634-879C-34831BB3C91C}">
      <dsp:nvSpPr>
        <dsp:cNvPr id="0" name=""/>
        <dsp:cNvSpPr/>
      </dsp:nvSpPr>
      <dsp:spPr>
        <a:xfrm>
          <a:off x="5583885" y="3136349"/>
          <a:ext cx="1371093" cy="548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/>
            <a:t>8. Roadmap</a:t>
          </a:r>
          <a:endParaRPr lang="en-US" sz="1800" kern="1200"/>
        </a:p>
      </dsp:txBody>
      <dsp:txXfrm>
        <a:off x="5583885" y="3136349"/>
        <a:ext cx="1371093" cy="54843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C47193-5070-41CB-BE18-2DFA35D26204}">
      <dsp:nvSpPr>
        <dsp:cNvPr id="0" name=""/>
        <dsp:cNvSpPr/>
      </dsp:nvSpPr>
      <dsp:spPr>
        <a:xfrm>
          <a:off x="3936" y="1877892"/>
          <a:ext cx="1257950" cy="79879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D3F8FD-2E58-4A1D-9E36-F897E227A752}">
      <dsp:nvSpPr>
        <dsp:cNvPr id="0" name=""/>
        <dsp:cNvSpPr/>
      </dsp:nvSpPr>
      <dsp:spPr>
        <a:xfrm>
          <a:off x="143708" y="2010676"/>
          <a:ext cx="1257950" cy="7987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kern="1200"/>
            <a:t>PHASE 1: COLLECTE</a:t>
          </a:r>
          <a:endParaRPr lang="en-US" sz="900" kern="1200"/>
        </a:p>
      </dsp:txBody>
      <dsp:txXfrm>
        <a:off x="167104" y="2034072"/>
        <a:ext cx="1211158" cy="752006"/>
      </dsp:txXfrm>
    </dsp:sp>
    <dsp:sp modelId="{EE0D5063-422A-4C3E-BE20-6460D15C07F9}">
      <dsp:nvSpPr>
        <dsp:cNvPr id="0" name=""/>
        <dsp:cNvSpPr/>
      </dsp:nvSpPr>
      <dsp:spPr>
        <a:xfrm>
          <a:off x="1541431" y="1877892"/>
          <a:ext cx="1257950" cy="79879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87EE5D-31E7-4199-9ED7-0E03AB7ECF88}">
      <dsp:nvSpPr>
        <dsp:cNvPr id="0" name=""/>
        <dsp:cNvSpPr/>
      </dsp:nvSpPr>
      <dsp:spPr>
        <a:xfrm>
          <a:off x="1681203" y="2010676"/>
          <a:ext cx="1257950" cy="7987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kern="1200"/>
            <a:t>Script PowerShell automatise</a:t>
          </a:r>
          <a:endParaRPr lang="en-US" sz="900" kern="1200"/>
        </a:p>
      </dsp:txBody>
      <dsp:txXfrm>
        <a:off x="1704599" y="2034072"/>
        <a:ext cx="1211158" cy="752006"/>
      </dsp:txXfrm>
    </dsp:sp>
    <dsp:sp modelId="{B793705B-979F-42B2-85E4-4FEB451F51A0}">
      <dsp:nvSpPr>
        <dsp:cNvPr id="0" name=""/>
        <dsp:cNvSpPr/>
      </dsp:nvSpPr>
      <dsp:spPr>
        <a:xfrm>
          <a:off x="3078926" y="1877892"/>
          <a:ext cx="1257950" cy="79879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CD3B02-B163-485F-AE64-30BFAB1CEAD8}">
      <dsp:nvSpPr>
        <dsp:cNvPr id="0" name=""/>
        <dsp:cNvSpPr/>
      </dsp:nvSpPr>
      <dsp:spPr>
        <a:xfrm>
          <a:off x="3218698" y="2010676"/>
          <a:ext cx="1257950" cy="7987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kern="1200"/>
            <a:t>50+ verifications securite</a:t>
          </a:r>
          <a:endParaRPr lang="en-US" sz="900" kern="1200"/>
        </a:p>
      </dsp:txBody>
      <dsp:txXfrm>
        <a:off x="3242094" y="2034072"/>
        <a:ext cx="1211158" cy="752006"/>
      </dsp:txXfrm>
    </dsp:sp>
    <dsp:sp modelId="{7391872D-820F-4965-9BB7-2580670A1AE0}">
      <dsp:nvSpPr>
        <dsp:cNvPr id="0" name=""/>
        <dsp:cNvSpPr/>
      </dsp:nvSpPr>
      <dsp:spPr>
        <a:xfrm>
          <a:off x="4616421" y="1877892"/>
          <a:ext cx="1257950" cy="79879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50FD4F-C268-47F7-B399-D24418B745FD}">
      <dsp:nvSpPr>
        <dsp:cNvPr id="0" name=""/>
        <dsp:cNvSpPr/>
      </dsp:nvSpPr>
      <dsp:spPr>
        <a:xfrm>
          <a:off x="4756193" y="2010676"/>
          <a:ext cx="1257950" cy="7987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kern="1200"/>
            <a:t>PHASE 2: ANALYSE</a:t>
          </a:r>
          <a:endParaRPr lang="en-US" sz="900" kern="1200"/>
        </a:p>
      </dsp:txBody>
      <dsp:txXfrm>
        <a:off x="4779589" y="2034072"/>
        <a:ext cx="1211158" cy="752006"/>
      </dsp:txXfrm>
    </dsp:sp>
    <dsp:sp modelId="{BC5027F9-08D3-428A-86A6-7D32DFE6200A}">
      <dsp:nvSpPr>
        <dsp:cNvPr id="0" name=""/>
        <dsp:cNvSpPr/>
      </dsp:nvSpPr>
      <dsp:spPr>
        <a:xfrm>
          <a:off x="6153916" y="1877892"/>
          <a:ext cx="1257950" cy="79879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985FFD-31CB-4E85-9389-CA47147CC9F9}">
      <dsp:nvSpPr>
        <dsp:cNvPr id="0" name=""/>
        <dsp:cNvSpPr/>
      </dsp:nvSpPr>
      <dsp:spPr>
        <a:xfrm>
          <a:off x="6293688" y="2010676"/>
          <a:ext cx="1257950" cy="7987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kern="1200"/>
            <a:t>Classification severite</a:t>
          </a:r>
          <a:endParaRPr lang="en-US" sz="900" kern="1200"/>
        </a:p>
      </dsp:txBody>
      <dsp:txXfrm>
        <a:off x="6317084" y="2034072"/>
        <a:ext cx="1211158" cy="752006"/>
      </dsp:txXfrm>
    </dsp:sp>
    <dsp:sp modelId="{F1E1DC2D-7723-4290-9A05-2D2D13178478}">
      <dsp:nvSpPr>
        <dsp:cNvPr id="0" name=""/>
        <dsp:cNvSpPr/>
      </dsp:nvSpPr>
      <dsp:spPr>
        <a:xfrm>
          <a:off x="7691411" y="1877892"/>
          <a:ext cx="1257950" cy="79879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B5A32A-31A5-413E-AE24-D1E94FF7BFEF}">
      <dsp:nvSpPr>
        <dsp:cNvPr id="0" name=""/>
        <dsp:cNvSpPr/>
      </dsp:nvSpPr>
      <dsp:spPr>
        <a:xfrm>
          <a:off x="7831183" y="2010676"/>
          <a:ext cx="1257950" cy="7987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kern="1200"/>
            <a:t>Scoring ANSSI/CIS</a:t>
          </a:r>
          <a:endParaRPr lang="en-US" sz="900" kern="1200"/>
        </a:p>
      </dsp:txBody>
      <dsp:txXfrm>
        <a:off x="7854579" y="2034072"/>
        <a:ext cx="1211158" cy="752006"/>
      </dsp:txXfrm>
    </dsp:sp>
    <dsp:sp modelId="{4F503BDE-C8CB-4A58-B42E-67C8A3ED14FB}">
      <dsp:nvSpPr>
        <dsp:cNvPr id="0" name=""/>
        <dsp:cNvSpPr/>
      </dsp:nvSpPr>
      <dsp:spPr>
        <a:xfrm>
          <a:off x="9228906" y="1877892"/>
          <a:ext cx="1257950" cy="79879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A96352-506C-4D07-9CAC-A8DFA0D3ADD4}">
      <dsp:nvSpPr>
        <dsp:cNvPr id="0" name=""/>
        <dsp:cNvSpPr/>
      </dsp:nvSpPr>
      <dsp:spPr>
        <a:xfrm>
          <a:off x="9368678" y="2010676"/>
          <a:ext cx="1257950" cy="7987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kern="1200"/>
            <a:t>PHASE 3: RECOMMANDATIONS</a:t>
          </a:r>
          <a:endParaRPr lang="en-US" sz="900" kern="1200"/>
        </a:p>
      </dsp:txBody>
      <dsp:txXfrm>
        <a:off x="9392074" y="2034072"/>
        <a:ext cx="1211158" cy="752006"/>
      </dsp:txXfrm>
    </dsp:sp>
    <dsp:sp modelId="{E729BA10-E656-49F0-A589-D59B2A73D10C}">
      <dsp:nvSpPr>
        <dsp:cNvPr id="0" name=""/>
        <dsp:cNvSpPr/>
      </dsp:nvSpPr>
      <dsp:spPr>
        <a:xfrm>
          <a:off x="10766401" y="1877892"/>
          <a:ext cx="1257950" cy="79879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1B5332-EF82-4770-A518-79F928485C9A}">
      <dsp:nvSpPr>
        <dsp:cNvPr id="0" name=""/>
        <dsp:cNvSpPr/>
      </dsp:nvSpPr>
      <dsp:spPr>
        <a:xfrm>
          <a:off x="10906173" y="2010676"/>
          <a:ext cx="1257950" cy="7987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kern="1200"/>
            <a:t>Remediation et Documentation</a:t>
          </a:r>
          <a:endParaRPr lang="en-US" sz="900" kern="1200"/>
        </a:p>
      </dsp:txBody>
      <dsp:txXfrm>
        <a:off x="10929569" y="2034072"/>
        <a:ext cx="1211158" cy="75200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CB03F5-1FF2-4BA3-A685-4920831502D2}">
      <dsp:nvSpPr>
        <dsp:cNvPr id="0" name=""/>
        <dsp:cNvSpPr/>
      </dsp:nvSpPr>
      <dsp:spPr>
        <a:xfrm>
          <a:off x="0" y="0"/>
          <a:ext cx="8742263" cy="81166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b="0" kern="1200" dirty="0"/>
            <a:t>SCORE DE SECURITE GLOBAL</a:t>
          </a:r>
        </a:p>
      </dsp:txBody>
      <dsp:txXfrm>
        <a:off x="23773" y="23773"/>
        <a:ext cx="7797822" cy="764123"/>
      </dsp:txXfrm>
    </dsp:sp>
    <dsp:sp modelId="{06D6C626-504C-444C-BA37-8DA5E5DFE1F2}">
      <dsp:nvSpPr>
        <dsp:cNvPr id="0" name=""/>
        <dsp:cNvSpPr/>
      </dsp:nvSpPr>
      <dsp:spPr>
        <a:xfrm>
          <a:off x="732164" y="959245"/>
          <a:ext cx="8742263" cy="811669"/>
        </a:xfrm>
        <a:prstGeom prst="roundRect">
          <a:avLst>
            <a:gd name="adj" fmla="val 10000"/>
          </a:avLst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Niveau: FAIBLE</a:t>
          </a:r>
        </a:p>
      </dsp:txBody>
      <dsp:txXfrm>
        <a:off x="755937" y="983018"/>
        <a:ext cx="7434967" cy="764123"/>
      </dsp:txXfrm>
    </dsp:sp>
    <dsp:sp modelId="{B4AF1D82-48A7-4316-8773-BBD4358BB3C8}">
      <dsp:nvSpPr>
        <dsp:cNvPr id="0" name=""/>
        <dsp:cNvSpPr/>
      </dsp:nvSpPr>
      <dsp:spPr>
        <a:xfrm>
          <a:off x="1453401" y="1918490"/>
          <a:ext cx="8742263" cy="811669"/>
        </a:xfrm>
        <a:prstGeom prst="roundRect">
          <a:avLst>
            <a:gd name="adj" fmla="val 10000"/>
          </a:avLst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Points: 42/100</a:t>
          </a:r>
        </a:p>
      </dsp:txBody>
      <dsp:txXfrm>
        <a:off x="1477174" y="1942263"/>
        <a:ext cx="7445895" cy="764123"/>
      </dsp:txXfrm>
    </dsp:sp>
    <dsp:sp modelId="{7D51EF7D-BFE7-439B-B84E-748FDCED159F}">
      <dsp:nvSpPr>
        <dsp:cNvPr id="0" name=""/>
        <dsp:cNvSpPr/>
      </dsp:nvSpPr>
      <dsp:spPr>
        <a:xfrm>
          <a:off x="2185565" y="2877735"/>
          <a:ext cx="8742263" cy="811669"/>
        </a:xfrm>
        <a:prstGeom prst="roundRect">
          <a:avLst>
            <a:gd name="adj" fmla="val 10000"/>
          </a:avLst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Amelioration: 58 points</a:t>
          </a:r>
        </a:p>
      </dsp:txBody>
      <dsp:txXfrm>
        <a:off x="2209338" y="2901508"/>
        <a:ext cx="7434967" cy="764123"/>
      </dsp:txXfrm>
    </dsp:sp>
    <dsp:sp modelId="{3B6BEAEA-616F-46D2-B1A4-21FC42F907F4}">
      <dsp:nvSpPr>
        <dsp:cNvPr id="0" name=""/>
        <dsp:cNvSpPr/>
      </dsp:nvSpPr>
      <dsp:spPr>
        <a:xfrm>
          <a:off x="8214678" y="621664"/>
          <a:ext cx="527584" cy="527584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8333384" y="621664"/>
        <a:ext cx="290172" cy="397007"/>
      </dsp:txXfrm>
    </dsp:sp>
    <dsp:sp modelId="{F0AAE15C-67FB-45E4-819F-3B91935DE5E5}">
      <dsp:nvSpPr>
        <dsp:cNvPr id="0" name=""/>
        <dsp:cNvSpPr/>
      </dsp:nvSpPr>
      <dsp:spPr>
        <a:xfrm>
          <a:off x="8946842" y="1580910"/>
          <a:ext cx="527584" cy="527584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3367359"/>
            <a:satOff val="-31116"/>
            <a:lumOff val="-350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3367359"/>
              <a:satOff val="-31116"/>
              <a:lumOff val="-35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9065548" y="1580910"/>
        <a:ext cx="290172" cy="397007"/>
      </dsp:txXfrm>
    </dsp:sp>
    <dsp:sp modelId="{F7D7D1C9-E97A-44FC-9ED0-BD447BFFB84A}">
      <dsp:nvSpPr>
        <dsp:cNvPr id="0" name=""/>
        <dsp:cNvSpPr/>
      </dsp:nvSpPr>
      <dsp:spPr>
        <a:xfrm>
          <a:off x="9668079" y="2540155"/>
          <a:ext cx="527584" cy="527584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9786785" y="2540155"/>
        <a:ext cx="290172" cy="39700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AC67C7-BEC6-4380-83A1-553063E57411}">
      <dsp:nvSpPr>
        <dsp:cNvPr id="0" name=""/>
        <dsp:cNvSpPr/>
      </dsp:nvSpPr>
      <dsp:spPr>
        <a:xfrm>
          <a:off x="334178" y="211"/>
          <a:ext cx="965039" cy="96503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119323-84B2-455B-8C80-5732059C4F0D}">
      <dsp:nvSpPr>
        <dsp:cNvPr id="0" name=""/>
        <dsp:cNvSpPr/>
      </dsp:nvSpPr>
      <dsp:spPr>
        <a:xfrm>
          <a:off x="539842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3D66A1-5AA0-4D22-8876-17344483514E}">
      <dsp:nvSpPr>
        <dsp:cNvPr id="0" name=""/>
        <dsp:cNvSpPr/>
      </dsp:nvSpPr>
      <dsp:spPr>
        <a:xfrm>
          <a:off x="25682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fr-FR" sz="1200" kern="1200" dirty="0"/>
            <a:t>A effectuer semaine 2 | 75 minutes</a:t>
          </a:r>
          <a:endParaRPr lang="en-US" sz="1200" kern="1200" dirty="0"/>
        </a:p>
      </dsp:txBody>
      <dsp:txXfrm>
        <a:off x="25682" y="1265836"/>
        <a:ext cx="1582031" cy="632812"/>
      </dsp:txXfrm>
    </dsp:sp>
    <dsp:sp modelId="{471063BF-48DF-416B-B57B-A37F3D1AC0DF}">
      <dsp:nvSpPr>
        <dsp:cNvPr id="0" name=""/>
        <dsp:cNvSpPr/>
      </dsp:nvSpPr>
      <dsp:spPr>
        <a:xfrm>
          <a:off x="2193064" y="211"/>
          <a:ext cx="965039" cy="965039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63E6A8-172D-4A50-895D-098DC9B00CC8}">
      <dsp:nvSpPr>
        <dsp:cNvPr id="0" name=""/>
        <dsp:cNvSpPr/>
      </dsp:nvSpPr>
      <dsp:spPr>
        <a:xfrm>
          <a:off x="2398728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A52C10-8341-4BEA-9C2C-CE1809928310}">
      <dsp:nvSpPr>
        <dsp:cNvPr id="0" name=""/>
        <dsp:cNvSpPr/>
      </dsp:nvSpPr>
      <dsp:spPr>
        <a:xfrm>
          <a:off x="1884568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fr-FR" sz="1200" kern="1200"/>
            <a:t>1. Activer LSASS Protection</a:t>
          </a:r>
          <a:endParaRPr lang="en-US" sz="1200" kern="1200"/>
        </a:p>
      </dsp:txBody>
      <dsp:txXfrm>
        <a:off x="1884568" y="1265836"/>
        <a:ext cx="1582031" cy="632812"/>
      </dsp:txXfrm>
    </dsp:sp>
    <dsp:sp modelId="{C262DFB1-CCC1-4810-A752-9934FDFE01FC}">
      <dsp:nvSpPr>
        <dsp:cNvPr id="0" name=""/>
        <dsp:cNvSpPr/>
      </dsp:nvSpPr>
      <dsp:spPr>
        <a:xfrm>
          <a:off x="4051951" y="211"/>
          <a:ext cx="965039" cy="96503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B3A0F1-98EB-41A0-9C23-28FC184283C9}">
      <dsp:nvSpPr>
        <dsp:cNvPr id="0" name=""/>
        <dsp:cNvSpPr/>
      </dsp:nvSpPr>
      <dsp:spPr>
        <a:xfrm>
          <a:off x="4257615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D3ED33-8EB4-40FF-9522-2D5D4BB93A8C}">
      <dsp:nvSpPr>
        <dsp:cNvPr id="0" name=""/>
        <dsp:cNvSpPr/>
      </dsp:nvSpPr>
      <dsp:spPr>
        <a:xfrm>
          <a:off x="3743455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fr-FR" sz="1200" kern="1200"/>
            <a:t>2. Activer BitLocker</a:t>
          </a:r>
          <a:endParaRPr lang="en-US" sz="1200" kern="1200"/>
        </a:p>
      </dsp:txBody>
      <dsp:txXfrm>
        <a:off x="3743455" y="1265836"/>
        <a:ext cx="1582031" cy="632812"/>
      </dsp:txXfrm>
    </dsp:sp>
    <dsp:sp modelId="{8A7BB250-AE75-4DCF-92AF-B4AAB404B6FA}">
      <dsp:nvSpPr>
        <dsp:cNvPr id="0" name=""/>
        <dsp:cNvSpPr/>
      </dsp:nvSpPr>
      <dsp:spPr>
        <a:xfrm>
          <a:off x="5910838" y="211"/>
          <a:ext cx="965039" cy="965039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C218FB-8991-43D4-AFFC-B457ADD1ED86}">
      <dsp:nvSpPr>
        <dsp:cNvPr id="0" name=""/>
        <dsp:cNvSpPr/>
      </dsp:nvSpPr>
      <dsp:spPr>
        <a:xfrm>
          <a:off x="6116502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E57D27-3688-4B66-9A52-6261D2013363}">
      <dsp:nvSpPr>
        <dsp:cNvPr id="0" name=""/>
        <dsp:cNvSpPr/>
      </dsp:nvSpPr>
      <dsp:spPr>
        <a:xfrm>
          <a:off x="5602342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fr-FR" sz="1200" kern="1200"/>
            <a:t>3. Installer LAPS</a:t>
          </a:r>
          <a:endParaRPr lang="en-US" sz="1200" kern="1200"/>
        </a:p>
      </dsp:txBody>
      <dsp:txXfrm>
        <a:off x="5602342" y="1265836"/>
        <a:ext cx="1582031" cy="632812"/>
      </dsp:txXfrm>
    </dsp:sp>
    <dsp:sp modelId="{FAE5F0A6-7799-4EDC-876D-EADCEFA35919}">
      <dsp:nvSpPr>
        <dsp:cNvPr id="0" name=""/>
        <dsp:cNvSpPr/>
      </dsp:nvSpPr>
      <dsp:spPr>
        <a:xfrm>
          <a:off x="7769725" y="211"/>
          <a:ext cx="965039" cy="965039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890FDB-B528-42ED-9720-4DFEAFF3BC29}">
      <dsp:nvSpPr>
        <dsp:cNvPr id="0" name=""/>
        <dsp:cNvSpPr/>
      </dsp:nvSpPr>
      <dsp:spPr>
        <a:xfrm>
          <a:off x="7975389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CE842B-293A-4FAE-BA32-2218CB2B6820}">
      <dsp:nvSpPr>
        <dsp:cNvPr id="0" name=""/>
        <dsp:cNvSpPr/>
      </dsp:nvSpPr>
      <dsp:spPr>
        <a:xfrm>
          <a:off x="7461228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fr-FR" sz="1200" kern="1200"/>
            <a:t>4. Augmenter RestrictAnonymous</a:t>
          </a:r>
          <a:endParaRPr lang="en-US" sz="1200" kern="1200"/>
        </a:p>
      </dsp:txBody>
      <dsp:txXfrm>
        <a:off x="7461228" y="1265836"/>
        <a:ext cx="1582031" cy="632812"/>
      </dsp:txXfrm>
    </dsp:sp>
    <dsp:sp modelId="{25CE9289-F89B-4039-9E50-BFEC78CCFD31}">
      <dsp:nvSpPr>
        <dsp:cNvPr id="0" name=""/>
        <dsp:cNvSpPr/>
      </dsp:nvSpPr>
      <dsp:spPr>
        <a:xfrm>
          <a:off x="9628611" y="211"/>
          <a:ext cx="965039" cy="96503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4E5CC0-8AD9-4709-A549-91A39D4D266C}">
      <dsp:nvSpPr>
        <dsp:cNvPr id="0" name=""/>
        <dsp:cNvSpPr/>
      </dsp:nvSpPr>
      <dsp:spPr>
        <a:xfrm>
          <a:off x="9834275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F11201-7211-4EC0-9B14-CB91FE56C5C2}">
      <dsp:nvSpPr>
        <dsp:cNvPr id="0" name=""/>
        <dsp:cNvSpPr/>
      </dsp:nvSpPr>
      <dsp:spPr>
        <a:xfrm>
          <a:off x="9320115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fr-FR" sz="1200" kern="1200"/>
            <a:t>5. Desactiver USB Autorun</a:t>
          </a:r>
          <a:endParaRPr lang="en-US" sz="1200" kern="1200"/>
        </a:p>
      </dsp:txBody>
      <dsp:txXfrm>
        <a:off x="9320115" y="1265836"/>
        <a:ext cx="1582031" cy="632812"/>
      </dsp:txXfrm>
    </dsp:sp>
    <dsp:sp modelId="{0187F72E-8927-4730-B7A1-70C914B95CB2}">
      <dsp:nvSpPr>
        <dsp:cNvPr id="0" name=""/>
        <dsp:cNvSpPr/>
      </dsp:nvSpPr>
      <dsp:spPr>
        <a:xfrm>
          <a:off x="4051951" y="2294156"/>
          <a:ext cx="965039" cy="965039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497727-81EF-4000-895E-1B754E1B96D7}">
      <dsp:nvSpPr>
        <dsp:cNvPr id="0" name=""/>
        <dsp:cNvSpPr/>
      </dsp:nvSpPr>
      <dsp:spPr>
        <a:xfrm>
          <a:off x="4257615" y="2499820"/>
          <a:ext cx="553710" cy="553710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A040C2-4224-4C6D-BD54-9EFE6EB1D974}">
      <dsp:nvSpPr>
        <dsp:cNvPr id="0" name=""/>
        <dsp:cNvSpPr/>
      </dsp:nvSpPr>
      <dsp:spPr>
        <a:xfrm>
          <a:off x="3743455" y="3559781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fr-FR" sz="1200" kern="1200"/>
            <a:t>6. Activer RDP TLS</a:t>
          </a:r>
          <a:endParaRPr lang="en-US" sz="1200" kern="1200"/>
        </a:p>
      </dsp:txBody>
      <dsp:txXfrm>
        <a:off x="3743455" y="3559781"/>
        <a:ext cx="1582031" cy="632812"/>
      </dsp:txXfrm>
    </dsp:sp>
    <dsp:sp modelId="{50DE2240-956E-4E30-B421-EBED2E1F16E1}">
      <dsp:nvSpPr>
        <dsp:cNvPr id="0" name=""/>
        <dsp:cNvSpPr/>
      </dsp:nvSpPr>
      <dsp:spPr>
        <a:xfrm>
          <a:off x="5910838" y="2294156"/>
          <a:ext cx="965039" cy="96503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F117F3-A3F1-44F5-9C43-C8C96E184D64}">
      <dsp:nvSpPr>
        <dsp:cNvPr id="0" name=""/>
        <dsp:cNvSpPr/>
      </dsp:nvSpPr>
      <dsp:spPr>
        <a:xfrm>
          <a:off x="6116502" y="2499820"/>
          <a:ext cx="553710" cy="553710"/>
        </a:xfrm>
        <a:prstGeom prst="rect">
          <a:avLst/>
        </a:prstGeom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F4169B-C4B1-4F9E-BEDE-A3DCB34CFFB9}">
      <dsp:nvSpPr>
        <dsp:cNvPr id="0" name=""/>
        <dsp:cNvSpPr/>
      </dsp:nvSpPr>
      <dsp:spPr>
        <a:xfrm>
          <a:off x="5602342" y="3559781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fr-FR" sz="1200" kern="1200"/>
            <a:t>IMPACT: Score +21 points (57% -&gt; 78%)</a:t>
          </a:r>
          <a:endParaRPr lang="en-US" sz="1200" kern="1200"/>
        </a:p>
      </dsp:txBody>
      <dsp:txXfrm>
        <a:off x="5602342" y="3559781"/>
        <a:ext cx="1582031" cy="63281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915ABA-83A6-4D90-8976-6C06ABB4F828}">
      <dsp:nvSpPr>
        <dsp:cNvPr id="0" name=""/>
        <dsp:cNvSpPr/>
      </dsp:nvSpPr>
      <dsp:spPr>
        <a:xfrm>
          <a:off x="5058389" y="1421"/>
          <a:ext cx="811049" cy="527182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A effectuer mois 1-2 | 2-3 heures</a:t>
          </a:r>
        </a:p>
      </dsp:txBody>
      <dsp:txXfrm>
        <a:off x="5084124" y="27156"/>
        <a:ext cx="759579" cy="475712"/>
      </dsp:txXfrm>
    </dsp:sp>
    <dsp:sp modelId="{DD1E58BC-1361-4264-8386-5C3F9007146D}">
      <dsp:nvSpPr>
        <dsp:cNvPr id="0" name=""/>
        <dsp:cNvSpPr/>
      </dsp:nvSpPr>
      <dsp:spPr>
        <a:xfrm>
          <a:off x="3632524" y="265012"/>
          <a:ext cx="3662779" cy="3662779"/>
        </a:xfrm>
        <a:custGeom>
          <a:avLst/>
          <a:gdLst/>
          <a:ahLst/>
          <a:cxnLst/>
          <a:rect l="0" t="0" r="0" b="0"/>
          <a:pathLst>
            <a:path>
              <a:moveTo>
                <a:pt x="2353139" y="75894"/>
              </a:moveTo>
              <a:arcTo wR="1831389" hR="1831389" stAng="17193147" swAng="681814"/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A933D94-45F5-4495-815E-E1B515CF7AB4}">
      <dsp:nvSpPr>
        <dsp:cNvPr id="0" name=""/>
        <dsp:cNvSpPr/>
      </dsp:nvSpPr>
      <dsp:spPr>
        <a:xfrm>
          <a:off x="6353377" y="537823"/>
          <a:ext cx="811049" cy="527182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1. Installer Sysmon</a:t>
          </a:r>
        </a:p>
      </dsp:txBody>
      <dsp:txXfrm>
        <a:off x="6379112" y="563558"/>
        <a:ext cx="759579" cy="475712"/>
      </dsp:txXfrm>
    </dsp:sp>
    <dsp:sp modelId="{F341DBE4-3CF9-4B6D-8F5A-65737229E8BA}">
      <dsp:nvSpPr>
        <dsp:cNvPr id="0" name=""/>
        <dsp:cNvSpPr/>
      </dsp:nvSpPr>
      <dsp:spPr>
        <a:xfrm>
          <a:off x="3632524" y="265012"/>
          <a:ext cx="3662779" cy="3662779"/>
        </a:xfrm>
        <a:custGeom>
          <a:avLst/>
          <a:gdLst/>
          <a:ahLst/>
          <a:cxnLst/>
          <a:rect l="0" t="0" r="0" b="0"/>
          <a:pathLst>
            <a:path>
              <a:moveTo>
                <a:pt x="3431292" y="940155"/>
              </a:moveTo>
              <a:arcTo wR="1831389" hR="1831389" stAng="19852787" swAng="941359"/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7E786B1-545B-4D6C-B4C1-FE272522CF58}">
      <dsp:nvSpPr>
        <dsp:cNvPr id="0" name=""/>
        <dsp:cNvSpPr/>
      </dsp:nvSpPr>
      <dsp:spPr>
        <a:xfrm>
          <a:off x="6889779" y="1832811"/>
          <a:ext cx="811049" cy="527182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2. Configurer WSUS</a:t>
          </a:r>
        </a:p>
      </dsp:txBody>
      <dsp:txXfrm>
        <a:off x="6915514" y="1858546"/>
        <a:ext cx="759579" cy="475712"/>
      </dsp:txXfrm>
    </dsp:sp>
    <dsp:sp modelId="{D4942FE4-9934-43E4-883F-87007A457BBF}">
      <dsp:nvSpPr>
        <dsp:cNvPr id="0" name=""/>
        <dsp:cNvSpPr/>
      </dsp:nvSpPr>
      <dsp:spPr>
        <a:xfrm>
          <a:off x="3632524" y="265012"/>
          <a:ext cx="3662779" cy="3662779"/>
        </a:xfrm>
        <a:custGeom>
          <a:avLst/>
          <a:gdLst/>
          <a:ahLst/>
          <a:cxnLst/>
          <a:rect l="0" t="0" r="0" b="0"/>
          <a:pathLst>
            <a:path>
              <a:moveTo>
                <a:pt x="3612692" y="2256771"/>
              </a:moveTo>
              <a:arcTo wR="1831389" hR="1831389" stAng="805854" swAng="941359"/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04ACA8F-F899-4BB1-8727-B8E061E0FB90}">
      <dsp:nvSpPr>
        <dsp:cNvPr id="0" name=""/>
        <dsp:cNvSpPr/>
      </dsp:nvSpPr>
      <dsp:spPr>
        <a:xfrm>
          <a:off x="6353377" y="3127799"/>
          <a:ext cx="811049" cy="527182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3. Activer Credential Guard</a:t>
          </a:r>
        </a:p>
      </dsp:txBody>
      <dsp:txXfrm>
        <a:off x="6379112" y="3153534"/>
        <a:ext cx="759579" cy="475712"/>
      </dsp:txXfrm>
    </dsp:sp>
    <dsp:sp modelId="{5DAD2EDC-598A-4008-8F12-17CA9C6CD409}">
      <dsp:nvSpPr>
        <dsp:cNvPr id="0" name=""/>
        <dsp:cNvSpPr/>
      </dsp:nvSpPr>
      <dsp:spPr>
        <a:xfrm>
          <a:off x="3632524" y="265012"/>
          <a:ext cx="3662779" cy="3662779"/>
        </a:xfrm>
        <a:custGeom>
          <a:avLst/>
          <a:gdLst/>
          <a:ahLst/>
          <a:cxnLst/>
          <a:rect l="0" t="0" r="0" b="0"/>
          <a:pathLst>
            <a:path>
              <a:moveTo>
                <a:pt x="2688804" y="3449669"/>
              </a:moveTo>
              <a:arcTo wR="1831389" hR="1831389" stAng="3725039" swAng="681814"/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A49D2DD-4827-40EB-8343-E68F289C3DA2}">
      <dsp:nvSpPr>
        <dsp:cNvPr id="0" name=""/>
        <dsp:cNvSpPr/>
      </dsp:nvSpPr>
      <dsp:spPr>
        <a:xfrm>
          <a:off x="5058389" y="3664201"/>
          <a:ext cx="811049" cy="527182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4. Activer Secure Boot</a:t>
          </a:r>
        </a:p>
      </dsp:txBody>
      <dsp:txXfrm>
        <a:off x="5084124" y="3689936"/>
        <a:ext cx="759579" cy="475712"/>
      </dsp:txXfrm>
    </dsp:sp>
    <dsp:sp modelId="{A4FED156-2D50-465D-B8C2-23E9A66E486D}">
      <dsp:nvSpPr>
        <dsp:cNvPr id="0" name=""/>
        <dsp:cNvSpPr/>
      </dsp:nvSpPr>
      <dsp:spPr>
        <a:xfrm>
          <a:off x="3632524" y="265012"/>
          <a:ext cx="3662779" cy="3662779"/>
        </a:xfrm>
        <a:custGeom>
          <a:avLst/>
          <a:gdLst/>
          <a:ahLst/>
          <a:cxnLst/>
          <a:rect l="0" t="0" r="0" b="0"/>
          <a:pathLst>
            <a:path>
              <a:moveTo>
                <a:pt x="1309639" y="3586885"/>
              </a:moveTo>
              <a:arcTo wR="1831389" hR="1831389" stAng="6393147" swAng="681814"/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F867BA5-6FC3-414B-AE5C-27772835C98A}">
      <dsp:nvSpPr>
        <dsp:cNvPr id="0" name=""/>
        <dsp:cNvSpPr/>
      </dsp:nvSpPr>
      <dsp:spPr>
        <a:xfrm>
          <a:off x="3763401" y="3127799"/>
          <a:ext cx="811049" cy="527182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5. Configurer Windows Hello</a:t>
          </a:r>
        </a:p>
      </dsp:txBody>
      <dsp:txXfrm>
        <a:off x="3789136" y="3153534"/>
        <a:ext cx="759579" cy="475712"/>
      </dsp:txXfrm>
    </dsp:sp>
    <dsp:sp modelId="{C7A56D77-5DF8-4EAD-AED1-6803F6001F4E}">
      <dsp:nvSpPr>
        <dsp:cNvPr id="0" name=""/>
        <dsp:cNvSpPr/>
      </dsp:nvSpPr>
      <dsp:spPr>
        <a:xfrm>
          <a:off x="3632524" y="265012"/>
          <a:ext cx="3662779" cy="3662779"/>
        </a:xfrm>
        <a:custGeom>
          <a:avLst/>
          <a:gdLst/>
          <a:ahLst/>
          <a:cxnLst/>
          <a:rect l="0" t="0" r="0" b="0"/>
          <a:pathLst>
            <a:path>
              <a:moveTo>
                <a:pt x="231486" y="2722623"/>
              </a:moveTo>
              <a:arcTo wR="1831389" hR="1831389" stAng="9052787" swAng="941359"/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5FB0532-7B30-4710-A040-188DE294DF43}">
      <dsp:nvSpPr>
        <dsp:cNvPr id="0" name=""/>
        <dsp:cNvSpPr/>
      </dsp:nvSpPr>
      <dsp:spPr>
        <a:xfrm>
          <a:off x="3226999" y="1832811"/>
          <a:ext cx="811049" cy="527182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6. Configurer AppLocker</a:t>
          </a:r>
        </a:p>
      </dsp:txBody>
      <dsp:txXfrm>
        <a:off x="3252734" y="1858546"/>
        <a:ext cx="759579" cy="475712"/>
      </dsp:txXfrm>
    </dsp:sp>
    <dsp:sp modelId="{2B7DF4B1-48CD-487A-9F18-2F48D7AC5C5C}">
      <dsp:nvSpPr>
        <dsp:cNvPr id="0" name=""/>
        <dsp:cNvSpPr/>
      </dsp:nvSpPr>
      <dsp:spPr>
        <a:xfrm>
          <a:off x="3632524" y="265012"/>
          <a:ext cx="3662779" cy="3662779"/>
        </a:xfrm>
        <a:custGeom>
          <a:avLst/>
          <a:gdLst/>
          <a:ahLst/>
          <a:cxnLst/>
          <a:rect l="0" t="0" r="0" b="0"/>
          <a:pathLst>
            <a:path>
              <a:moveTo>
                <a:pt x="50087" y="1406008"/>
              </a:moveTo>
              <a:arcTo wR="1831389" hR="1831389" stAng="11605854" swAng="941359"/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869922-8959-4F97-8615-9B578CBCEFD8}">
      <dsp:nvSpPr>
        <dsp:cNvPr id="0" name=""/>
        <dsp:cNvSpPr/>
      </dsp:nvSpPr>
      <dsp:spPr>
        <a:xfrm>
          <a:off x="3763401" y="537823"/>
          <a:ext cx="811049" cy="527182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IMPACT: Securite optimisee</a:t>
          </a:r>
        </a:p>
      </dsp:txBody>
      <dsp:txXfrm>
        <a:off x="3789136" y="563558"/>
        <a:ext cx="759579" cy="475712"/>
      </dsp:txXfrm>
    </dsp:sp>
    <dsp:sp modelId="{C3B3C37C-3AAF-4F0B-A64F-EF6E9F7CD151}">
      <dsp:nvSpPr>
        <dsp:cNvPr id="0" name=""/>
        <dsp:cNvSpPr/>
      </dsp:nvSpPr>
      <dsp:spPr>
        <a:xfrm>
          <a:off x="3632524" y="265012"/>
          <a:ext cx="3662779" cy="3662779"/>
        </a:xfrm>
        <a:custGeom>
          <a:avLst/>
          <a:gdLst/>
          <a:ahLst/>
          <a:cxnLst/>
          <a:rect l="0" t="0" r="0" b="0"/>
          <a:pathLst>
            <a:path>
              <a:moveTo>
                <a:pt x="973975" y="213110"/>
              </a:moveTo>
              <a:arcTo wR="1831389" hR="1831389" stAng="14525039" swAng="681814"/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293E07-08AF-4608-8836-CB05C74730F1}">
      <dsp:nvSpPr>
        <dsp:cNvPr id="0" name=""/>
        <dsp:cNvSpPr/>
      </dsp:nvSpPr>
      <dsp:spPr>
        <a:xfrm>
          <a:off x="1127830" y="508017"/>
          <a:ext cx="616992" cy="61699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47EF05-ECB9-4952-8FD4-D81525629C2A}">
      <dsp:nvSpPr>
        <dsp:cNvPr id="0" name=""/>
        <dsp:cNvSpPr/>
      </dsp:nvSpPr>
      <dsp:spPr>
        <a:xfrm>
          <a:off x="750779" y="1376578"/>
          <a:ext cx="1371093" cy="548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300" kern="1200"/>
            <a:t>1. Timing de deploiement?</a:t>
          </a:r>
          <a:endParaRPr lang="en-US" sz="1300" kern="1200"/>
        </a:p>
      </dsp:txBody>
      <dsp:txXfrm>
        <a:off x="750779" y="1376578"/>
        <a:ext cx="1371093" cy="548437"/>
      </dsp:txXfrm>
    </dsp:sp>
    <dsp:sp modelId="{9096162F-085D-46DE-B000-9B965072A471}">
      <dsp:nvSpPr>
        <dsp:cNvPr id="0" name=""/>
        <dsp:cNvSpPr/>
      </dsp:nvSpPr>
      <dsp:spPr>
        <a:xfrm>
          <a:off x="2738865" y="508017"/>
          <a:ext cx="616992" cy="61699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29E139-0FA1-4FBF-956C-A28D137D6312}">
      <dsp:nvSpPr>
        <dsp:cNvPr id="0" name=""/>
        <dsp:cNvSpPr/>
      </dsp:nvSpPr>
      <dsp:spPr>
        <a:xfrm>
          <a:off x="2361814" y="1376578"/>
          <a:ext cx="1371093" cy="548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300" kern="1200"/>
            <a:t>2. Environnement de test?</a:t>
          </a:r>
          <a:endParaRPr lang="en-US" sz="1300" kern="1200"/>
        </a:p>
      </dsp:txBody>
      <dsp:txXfrm>
        <a:off x="2361814" y="1376578"/>
        <a:ext cx="1371093" cy="548437"/>
      </dsp:txXfrm>
    </dsp:sp>
    <dsp:sp modelId="{517493DF-E55D-4CE9-9CE4-01D48850B49B}">
      <dsp:nvSpPr>
        <dsp:cNvPr id="0" name=""/>
        <dsp:cNvSpPr/>
      </dsp:nvSpPr>
      <dsp:spPr>
        <a:xfrm>
          <a:off x="4349900" y="508017"/>
          <a:ext cx="616992" cy="61699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15CF28-612E-49B1-A7CB-E5CD264D9857}">
      <dsp:nvSpPr>
        <dsp:cNvPr id="0" name=""/>
        <dsp:cNvSpPr/>
      </dsp:nvSpPr>
      <dsp:spPr>
        <a:xfrm>
          <a:off x="3972850" y="1376578"/>
          <a:ext cx="1371093" cy="548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300" kern="1200"/>
            <a:t>3. Supervision post-remediation?</a:t>
          </a:r>
          <a:endParaRPr lang="en-US" sz="1300" kern="1200"/>
        </a:p>
      </dsp:txBody>
      <dsp:txXfrm>
        <a:off x="3972850" y="1376578"/>
        <a:ext cx="1371093" cy="548437"/>
      </dsp:txXfrm>
    </dsp:sp>
    <dsp:sp modelId="{242F7E2C-8039-45CE-B4F4-8FA6701B9437}">
      <dsp:nvSpPr>
        <dsp:cNvPr id="0" name=""/>
        <dsp:cNvSpPr/>
      </dsp:nvSpPr>
      <dsp:spPr>
        <a:xfrm>
          <a:off x="5960935" y="508017"/>
          <a:ext cx="616992" cy="61699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781797-93B5-4ED5-B595-A9CB5A327DC2}">
      <dsp:nvSpPr>
        <dsp:cNvPr id="0" name=""/>
        <dsp:cNvSpPr/>
      </dsp:nvSpPr>
      <dsp:spPr>
        <a:xfrm>
          <a:off x="5583885" y="1376578"/>
          <a:ext cx="1371093" cy="548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300" kern="1200"/>
            <a:t>4. Contact IT?</a:t>
          </a:r>
          <a:endParaRPr lang="en-US" sz="1300" kern="1200"/>
        </a:p>
      </dsp:txBody>
      <dsp:txXfrm>
        <a:off x="5583885" y="1376578"/>
        <a:ext cx="1371093" cy="548437"/>
      </dsp:txXfrm>
    </dsp:sp>
    <dsp:sp modelId="{058CDE27-609F-4B1D-B381-64358FE5A9FF}">
      <dsp:nvSpPr>
        <dsp:cNvPr id="0" name=""/>
        <dsp:cNvSpPr/>
      </dsp:nvSpPr>
      <dsp:spPr>
        <a:xfrm>
          <a:off x="7571971" y="508017"/>
          <a:ext cx="616992" cy="61699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3F856C-EC2E-473F-8C87-3B10FC5B1105}">
      <dsp:nvSpPr>
        <dsp:cNvPr id="0" name=""/>
        <dsp:cNvSpPr/>
      </dsp:nvSpPr>
      <dsp:spPr>
        <a:xfrm>
          <a:off x="7194920" y="1376578"/>
          <a:ext cx="1371093" cy="548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300" kern="1200"/>
            <a:t>5. Re-audit a J+30?</a:t>
          </a:r>
          <a:endParaRPr lang="en-US" sz="1300" kern="1200"/>
        </a:p>
      </dsp:txBody>
      <dsp:txXfrm>
        <a:off x="7194920" y="1376578"/>
        <a:ext cx="1371093" cy="548437"/>
      </dsp:txXfrm>
    </dsp:sp>
    <dsp:sp modelId="{B374089B-C885-4CE5-9978-FE7A7887745C}">
      <dsp:nvSpPr>
        <dsp:cNvPr id="0" name=""/>
        <dsp:cNvSpPr/>
      </dsp:nvSpPr>
      <dsp:spPr>
        <a:xfrm>
          <a:off x="9183006" y="508017"/>
          <a:ext cx="616992" cy="616992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B1C043-CFF7-4B32-B83F-DE3006E79C8A}">
      <dsp:nvSpPr>
        <dsp:cNvPr id="0" name=""/>
        <dsp:cNvSpPr/>
      </dsp:nvSpPr>
      <dsp:spPr>
        <a:xfrm>
          <a:off x="8805955" y="1376578"/>
          <a:ext cx="1371093" cy="548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300" kern="1200"/>
            <a:t>6. Formation administrateurs?</a:t>
          </a:r>
          <a:endParaRPr lang="en-US" sz="1300" kern="1200"/>
        </a:p>
      </dsp:txBody>
      <dsp:txXfrm>
        <a:off x="8805955" y="1376578"/>
        <a:ext cx="1371093" cy="548437"/>
      </dsp:txXfrm>
    </dsp:sp>
    <dsp:sp modelId="{03E4C786-82E3-4BB0-8670-1DBA5F90EBF4}">
      <dsp:nvSpPr>
        <dsp:cNvPr id="0" name=""/>
        <dsp:cNvSpPr/>
      </dsp:nvSpPr>
      <dsp:spPr>
        <a:xfrm>
          <a:off x="5155418" y="2267789"/>
          <a:ext cx="616992" cy="616992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E6B42F-D411-4411-B532-A33C62AEF78F}">
      <dsp:nvSpPr>
        <dsp:cNvPr id="0" name=""/>
        <dsp:cNvSpPr/>
      </dsp:nvSpPr>
      <dsp:spPr>
        <a:xfrm>
          <a:off x="4778367" y="3136349"/>
          <a:ext cx="1371093" cy="548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300" kern="1200"/>
            <a:t>Discussion: 15-20 minutes</a:t>
          </a:r>
          <a:endParaRPr lang="en-US" sz="1300" kern="1200"/>
        </a:p>
      </dsp:txBody>
      <dsp:txXfrm>
        <a:off x="4778367" y="3136349"/>
        <a:ext cx="1371093" cy="548437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89A5A8-F53B-4358-9A23-5B577EEA5D26}">
      <dsp:nvSpPr>
        <dsp:cNvPr id="0" name=""/>
        <dsp:cNvSpPr/>
      </dsp:nvSpPr>
      <dsp:spPr>
        <a:xfrm>
          <a:off x="0" y="497463"/>
          <a:ext cx="4862446" cy="5159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CARACTERISTIQUES:</a:t>
          </a:r>
        </a:p>
      </dsp:txBody>
      <dsp:txXfrm>
        <a:off x="25188" y="522651"/>
        <a:ext cx="4812070" cy="465594"/>
      </dsp:txXfrm>
    </dsp:sp>
    <dsp:sp modelId="{F609A05F-5A54-465B-9929-CFCA551FDCC6}">
      <dsp:nvSpPr>
        <dsp:cNvPr id="0" name=""/>
        <dsp:cNvSpPr/>
      </dsp:nvSpPr>
      <dsp:spPr>
        <a:xfrm>
          <a:off x="0" y="1073913"/>
          <a:ext cx="4862446" cy="5159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Langage: PowerShell 5.1+</a:t>
          </a:r>
        </a:p>
      </dsp:txBody>
      <dsp:txXfrm>
        <a:off x="25188" y="1099101"/>
        <a:ext cx="4812070" cy="465594"/>
      </dsp:txXfrm>
    </dsp:sp>
    <dsp:sp modelId="{1A2378D8-7358-4840-99F3-2DEE1614285C}">
      <dsp:nvSpPr>
        <dsp:cNvPr id="0" name=""/>
        <dsp:cNvSpPr/>
      </dsp:nvSpPr>
      <dsp:spPr>
        <a:xfrm>
          <a:off x="0" y="1650363"/>
          <a:ext cx="4862446" cy="5159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Lignes de code: ~800 lignes</a:t>
          </a:r>
        </a:p>
      </dsp:txBody>
      <dsp:txXfrm>
        <a:off x="25188" y="1675551"/>
        <a:ext cx="4812070" cy="465594"/>
      </dsp:txXfrm>
    </dsp:sp>
    <dsp:sp modelId="{A2A886E8-9F7D-4A64-9EBC-1D0B414417B4}">
      <dsp:nvSpPr>
        <dsp:cNvPr id="0" name=""/>
        <dsp:cNvSpPr/>
      </dsp:nvSpPr>
      <dsp:spPr>
        <a:xfrm>
          <a:off x="0" y="2226813"/>
          <a:ext cx="4862446" cy="5159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Verifications: 50+ controles automatises</a:t>
          </a:r>
        </a:p>
      </dsp:txBody>
      <dsp:txXfrm>
        <a:off x="25188" y="2252001"/>
        <a:ext cx="4812070" cy="465594"/>
      </dsp:txXfrm>
    </dsp:sp>
    <dsp:sp modelId="{E7D06E7B-261E-4566-AAFC-9C774CAA7458}">
      <dsp:nvSpPr>
        <dsp:cNvPr id="0" name=""/>
        <dsp:cNvSpPr/>
      </dsp:nvSpPr>
      <dsp:spPr>
        <a:xfrm>
          <a:off x="0" y="2803263"/>
          <a:ext cx="4862446" cy="5159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Execution: 2-3 minutes</a:t>
          </a:r>
        </a:p>
      </dsp:txBody>
      <dsp:txXfrm>
        <a:off x="25188" y="2828451"/>
        <a:ext cx="4812070" cy="465594"/>
      </dsp:txXfrm>
    </dsp:sp>
    <dsp:sp modelId="{32FB0F3B-D3B1-43A4-A8BC-0849BF5E8350}">
      <dsp:nvSpPr>
        <dsp:cNvPr id="0" name=""/>
        <dsp:cNvSpPr/>
      </dsp:nvSpPr>
      <dsp:spPr>
        <a:xfrm>
          <a:off x="0" y="3379713"/>
          <a:ext cx="4862446" cy="5159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Privileges: Administrateur requis</a:t>
          </a:r>
        </a:p>
      </dsp:txBody>
      <dsp:txXfrm>
        <a:off x="25188" y="3404901"/>
        <a:ext cx="4812070" cy="465594"/>
      </dsp:txXfrm>
    </dsp:sp>
    <dsp:sp modelId="{008D4269-88F3-43CD-9BC3-84B696E264E2}">
      <dsp:nvSpPr>
        <dsp:cNvPr id="0" name=""/>
        <dsp:cNvSpPr/>
      </dsp:nvSpPr>
      <dsp:spPr>
        <a:xfrm>
          <a:off x="0" y="3956163"/>
          <a:ext cx="4862446" cy="5159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OUTPUT:</a:t>
          </a:r>
        </a:p>
      </dsp:txBody>
      <dsp:txXfrm>
        <a:off x="25188" y="3981351"/>
        <a:ext cx="4812070" cy="465594"/>
      </dsp:txXfrm>
    </dsp:sp>
    <dsp:sp modelId="{0448F777-0D63-4EAE-8884-49306F3B715E}">
      <dsp:nvSpPr>
        <dsp:cNvPr id="0" name=""/>
        <dsp:cNvSpPr/>
      </dsp:nvSpPr>
      <dsp:spPr>
        <a:xfrm>
          <a:off x="0" y="4532613"/>
          <a:ext cx="4862446" cy="5159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Rapport HTML + Rapport PDF</a:t>
          </a:r>
        </a:p>
      </dsp:txBody>
      <dsp:txXfrm>
        <a:off x="25188" y="4557801"/>
        <a:ext cx="4812070" cy="46559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61F92A-D717-4144-A596-B3BDBFFDE5D7}">
      <dsp:nvSpPr>
        <dsp:cNvPr id="0" name=""/>
        <dsp:cNvSpPr/>
      </dsp:nvSpPr>
      <dsp:spPr>
        <a:xfrm>
          <a:off x="0" y="0"/>
          <a:ext cx="486244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9568FC-7051-449F-A6AC-954E58D33E34}">
      <dsp:nvSpPr>
        <dsp:cNvPr id="0" name=""/>
        <dsp:cNvSpPr/>
      </dsp:nvSpPr>
      <dsp:spPr>
        <a:xfrm>
          <a:off x="0" y="0"/>
          <a:ext cx="4862446" cy="6932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Check-RegistryValue()</a:t>
          </a:r>
        </a:p>
      </dsp:txBody>
      <dsp:txXfrm>
        <a:off x="0" y="0"/>
        <a:ext cx="4862446" cy="693255"/>
      </dsp:txXfrm>
    </dsp:sp>
    <dsp:sp modelId="{FBB6C734-6351-4B42-929C-3458E840E418}">
      <dsp:nvSpPr>
        <dsp:cNvPr id="0" name=""/>
        <dsp:cNvSpPr/>
      </dsp:nvSpPr>
      <dsp:spPr>
        <a:xfrm>
          <a:off x="0" y="693255"/>
          <a:ext cx="486244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F7444F-FCD8-4425-A26B-42F147CB29D0}">
      <dsp:nvSpPr>
        <dsp:cNvPr id="0" name=""/>
        <dsp:cNvSpPr/>
      </dsp:nvSpPr>
      <dsp:spPr>
        <a:xfrm>
          <a:off x="0" y="693255"/>
          <a:ext cx="4862446" cy="6932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Verifie cles de registre securite</a:t>
          </a:r>
        </a:p>
      </dsp:txBody>
      <dsp:txXfrm>
        <a:off x="0" y="693255"/>
        <a:ext cx="4862446" cy="693255"/>
      </dsp:txXfrm>
    </dsp:sp>
    <dsp:sp modelId="{D3C2D2E6-A2E2-4B3F-BADA-6238CE74A9B9}">
      <dsp:nvSpPr>
        <dsp:cNvPr id="0" name=""/>
        <dsp:cNvSpPr/>
      </dsp:nvSpPr>
      <dsp:spPr>
        <a:xfrm>
          <a:off x="0" y="1386511"/>
          <a:ext cx="486244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32C917-8B90-4DF8-9B6C-426C3B890F57}">
      <dsp:nvSpPr>
        <dsp:cNvPr id="0" name=""/>
        <dsp:cNvSpPr/>
      </dsp:nvSpPr>
      <dsp:spPr>
        <a:xfrm>
          <a:off x="0" y="1386511"/>
          <a:ext cx="4862446" cy="6932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Check-ServiceStatus()</a:t>
          </a:r>
        </a:p>
      </dsp:txBody>
      <dsp:txXfrm>
        <a:off x="0" y="1386511"/>
        <a:ext cx="4862446" cy="693255"/>
      </dsp:txXfrm>
    </dsp:sp>
    <dsp:sp modelId="{3BC55968-8768-4D03-B1EA-E751E9D0DA8F}">
      <dsp:nvSpPr>
        <dsp:cNvPr id="0" name=""/>
        <dsp:cNvSpPr/>
      </dsp:nvSpPr>
      <dsp:spPr>
        <a:xfrm>
          <a:off x="0" y="2079767"/>
          <a:ext cx="486244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13C34D-12DE-42CA-AB2D-B943F2E87C92}">
      <dsp:nvSpPr>
        <dsp:cNvPr id="0" name=""/>
        <dsp:cNvSpPr/>
      </dsp:nvSpPr>
      <dsp:spPr>
        <a:xfrm>
          <a:off x="0" y="2079767"/>
          <a:ext cx="4862446" cy="6932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Verifie etat des services critiques</a:t>
          </a:r>
        </a:p>
      </dsp:txBody>
      <dsp:txXfrm>
        <a:off x="0" y="2079767"/>
        <a:ext cx="4862446" cy="693255"/>
      </dsp:txXfrm>
    </dsp:sp>
    <dsp:sp modelId="{CAE5F98D-7BE0-4977-870C-7E5F0901820E}">
      <dsp:nvSpPr>
        <dsp:cNvPr id="0" name=""/>
        <dsp:cNvSpPr/>
      </dsp:nvSpPr>
      <dsp:spPr>
        <a:xfrm>
          <a:off x="0" y="2773023"/>
          <a:ext cx="486244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A09D8E-6A70-4487-8D14-96A60B4B06B9}">
      <dsp:nvSpPr>
        <dsp:cNvPr id="0" name=""/>
        <dsp:cNvSpPr/>
      </dsp:nvSpPr>
      <dsp:spPr>
        <a:xfrm>
          <a:off x="0" y="2773023"/>
          <a:ext cx="4862446" cy="6932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Calculate-Score()</a:t>
          </a:r>
        </a:p>
      </dsp:txBody>
      <dsp:txXfrm>
        <a:off x="0" y="2773023"/>
        <a:ext cx="4862446" cy="693255"/>
      </dsp:txXfrm>
    </dsp:sp>
    <dsp:sp modelId="{FBC4BD7B-7726-474E-B55A-CDCBAEA8BF34}">
      <dsp:nvSpPr>
        <dsp:cNvPr id="0" name=""/>
        <dsp:cNvSpPr/>
      </dsp:nvSpPr>
      <dsp:spPr>
        <a:xfrm>
          <a:off x="0" y="3466279"/>
          <a:ext cx="486244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52B0E5-D067-4404-9BB0-02B61CA9C16B}">
      <dsp:nvSpPr>
        <dsp:cNvPr id="0" name=""/>
        <dsp:cNvSpPr/>
      </dsp:nvSpPr>
      <dsp:spPr>
        <a:xfrm>
          <a:off x="0" y="3466279"/>
          <a:ext cx="4862446" cy="6932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Calcule score global pondere</a:t>
          </a:r>
        </a:p>
      </dsp:txBody>
      <dsp:txXfrm>
        <a:off x="0" y="3466279"/>
        <a:ext cx="4862446" cy="693255"/>
      </dsp:txXfrm>
    </dsp:sp>
    <dsp:sp modelId="{276B4EA6-8D2C-4FF4-80FF-7C0F3D69405B}">
      <dsp:nvSpPr>
        <dsp:cNvPr id="0" name=""/>
        <dsp:cNvSpPr/>
      </dsp:nvSpPr>
      <dsp:spPr>
        <a:xfrm>
          <a:off x="0" y="4159535"/>
          <a:ext cx="486244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F34CFD-8842-46D6-BA1E-97C842444152}">
      <dsp:nvSpPr>
        <dsp:cNvPr id="0" name=""/>
        <dsp:cNvSpPr/>
      </dsp:nvSpPr>
      <dsp:spPr>
        <a:xfrm>
          <a:off x="0" y="4159535"/>
          <a:ext cx="4862446" cy="6932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Generate-HTMLReport()</a:t>
          </a:r>
        </a:p>
      </dsp:txBody>
      <dsp:txXfrm>
        <a:off x="0" y="4159535"/>
        <a:ext cx="4862446" cy="693255"/>
      </dsp:txXfrm>
    </dsp:sp>
    <dsp:sp modelId="{4B13AD71-3307-4001-BEF7-E042E14BF276}">
      <dsp:nvSpPr>
        <dsp:cNvPr id="0" name=""/>
        <dsp:cNvSpPr/>
      </dsp:nvSpPr>
      <dsp:spPr>
        <a:xfrm>
          <a:off x="0" y="4852791"/>
          <a:ext cx="486244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C67393-CF53-4EBD-B3BC-BF268AE427F4}">
      <dsp:nvSpPr>
        <dsp:cNvPr id="0" name=""/>
        <dsp:cNvSpPr/>
      </dsp:nvSpPr>
      <dsp:spPr>
        <a:xfrm>
          <a:off x="0" y="4852791"/>
          <a:ext cx="4862446" cy="6932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Cree rapport HTML avec CSS</a:t>
          </a:r>
        </a:p>
      </dsp:txBody>
      <dsp:txXfrm>
        <a:off x="0" y="4852791"/>
        <a:ext cx="4862446" cy="69325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B16AD93-F992-4530-4FD8-E3EFA723C8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84A1CE5-B7A4-EED8-BEC5-147B3ADDF2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83B66C7-580D-29A7-32D0-01F3CB245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844B5-FA67-4090-9FFD-B2BB96A57EF1}" type="datetimeFigureOut">
              <a:rPr lang="fr-FR" smtClean="0"/>
              <a:t>07/01/2026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F4DBE7C-3212-5156-2E4D-F9CC5321B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E0AFA82-72C2-A34F-E7EE-D687A6D6F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956CF-AAA3-41F6-9CBC-A8770CA6BE6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02207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D0187B-4191-9425-8CD5-A454447DD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BEACBE0-C9C8-375C-DBAE-0D091B3AFD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0F09AB2-5561-3C4B-1DDA-E12093A87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844B5-FA67-4090-9FFD-B2BB96A57EF1}" type="datetimeFigureOut">
              <a:rPr lang="fr-FR" smtClean="0"/>
              <a:t>07/01/2026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B941504-B4E6-B1AF-6373-90E3AC6F9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3A5919E-0D37-4E92-91EB-A6E515004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956CF-AAA3-41F6-9CBC-A8770CA6BE6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08989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3E932A-31BA-6F39-2EAF-46316EDDF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2DF295B-72DC-5D19-EAA3-C5EC05A1D0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E368F9F-790E-E1E0-0DC9-D6012448F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844B5-FA67-4090-9FFD-B2BB96A57EF1}" type="datetimeFigureOut">
              <a:rPr lang="fr-FR" smtClean="0"/>
              <a:t>07/01/2026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28E5DE3-B7B8-5087-2653-1A76EC2A8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A1C999A-B735-2797-2A6D-B1C5B74E1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956CF-AAA3-41F6-9CBC-A8770CA6BE6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7629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6437BC3-E6D1-50E7-B303-DF13FB969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A970AF7-3B55-035D-8007-C6D43428F8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1FABC4B-3F3F-693F-4C5E-11A80A068B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31B4ABF-449F-4DF7-9677-F308FB4BA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844B5-FA67-4090-9FFD-B2BB96A57EF1}" type="datetimeFigureOut">
              <a:rPr lang="fr-FR" smtClean="0"/>
              <a:t>07/01/2026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22E9F96-29F2-3572-7487-EB929197A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C85C270-FE7A-E640-258F-2DC2854E6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956CF-AAA3-41F6-9CBC-A8770CA6BE6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29126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012A371-A0D3-CAB4-A64C-BAD4FA7E7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2A13004-1C8A-2059-6D21-4A42E5A37F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AA2CDC9-55D6-00D1-B981-F599C611B7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C94A923-17DA-56AB-C6EC-D2C5FE6DB5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3DB57B7E-9864-766A-11D2-E8C3B14DE1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C7E5BE32-11D9-C594-940E-7AC776845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844B5-FA67-4090-9FFD-B2BB96A57EF1}" type="datetimeFigureOut">
              <a:rPr lang="fr-FR" smtClean="0"/>
              <a:t>07/01/2026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5A01FC6A-452B-555A-A84A-46AC5BA38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5E02B3E-8615-EF74-9302-A812D35BF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956CF-AAA3-41F6-9CBC-A8770CA6BE6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0658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193966B-ED8F-AA74-022A-27E9A9AF8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F2D2DFE-2FCD-C0A0-64A2-2982B40E2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844B5-FA67-4090-9FFD-B2BB96A57EF1}" type="datetimeFigureOut">
              <a:rPr lang="fr-FR" smtClean="0"/>
              <a:t>07/01/2026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349CCDD-948D-5205-BE9C-3C220EE4D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79BFA88-F570-E780-F153-1F2E809F4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956CF-AAA3-41F6-9CBC-A8770CA6BE6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5717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A8EE021-410F-BF8A-6741-E430D31B0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844B5-FA67-4090-9FFD-B2BB96A57EF1}" type="datetimeFigureOut">
              <a:rPr lang="fr-FR" smtClean="0"/>
              <a:t>07/01/2026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7F1D133-F85E-AC34-AB8E-D690DDED5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8F1273D-7126-4EEB-682A-883BA7CE0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956CF-AAA3-41F6-9CBC-A8770CA6BE6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54473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525F2A7-E169-C349-1644-DD40C2154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AF1C11F-A6B1-1AF5-F2D7-5546F701BB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44627F5-96C9-3DE6-DE4A-EF22F15777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9A2C540-C90B-06A0-B625-2E00BC297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844B5-FA67-4090-9FFD-B2BB96A57EF1}" type="datetimeFigureOut">
              <a:rPr lang="fr-FR" smtClean="0"/>
              <a:t>07/01/2026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56A2217-1A23-0B60-C06F-3F2D7B1A6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5888982-4341-4802-957D-77F1EF6DD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956CF-AAA3-41F6-9CBC-A8770CA6BE6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79209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4633431-412C-E25B-E674-31D04D35C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E74C966-BAFD-767F-5E07-78320023D6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8D776B0-7F8F-36D9-D91B-FDA710F41D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85AFF45-9020-229C-FBD4-4048B9237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844B5-FA67-4090-9FFD-B2BB96A57EF1}" type="datetimeFigureOut">
              <a:rPr lang="fr-FR" smtClean="0"/>
              <a:t>07/01/2026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8156557-77A0-FD91-67A1-2BF749611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5322986-0D08-CF43-442E-303D9776E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956CF-AAA3-41F6-9CBC-A8770CA6BE6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46951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7DC9772-696E-6D74-C509-0219D0E2D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FA3891F-69FC-5D15-21D1-7CF7A7BEA3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F04FA60-DEAB-8FA8-4E04-B51E2481E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844B5-FA67-4090-9FFD-B2BB96A57EF1}" type="datetimeFigureOut">
              <a:rPr lang="fr-FR" smtClean="0"/>
              <a:t>07/01/2026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726F188-8238-DF45-3CCE-A4D1FACAB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4E2B371-A605-629E-63ED-EDD749CE3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956CF-AAA3-41F6-9CBC-A8770CA6BE6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683345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F64F0E31-CB92-E5A4-AD52-3A0D71FAE8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335CC81-5735-6853-7377-66E1D9B525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B61C81C-8598-628D-62B0-073101365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844B5-FA67-4090-9FFD-B2BB96A57EF1}" type="datetimeFigureOut">
              <a:rPr lang="fr-FR" smtClean="0"/>
              <a:t>07/01/2026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1EAF807-B1C0-1A40-E469-BD6C1F325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CB87F2B-35B6-7330-01FF-8EA5F934C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956CF-AAA3-41F6-9CBC-A8770CA6BE6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132592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AndTx" preserve="1">
  <p:cSld name="Titre. Diagramme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210852-350F-150A-CC5D-193AA5AE3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graphique 2">
            <a:extLst>
              <a:ext uri="{FF2B5EF4-FFF2-40B4-BE49-F238E27FC236}">
                <a16:creationId xmlns:a16="http://schemas.microsoft.com/office/drawing/2014/main" id="{B45B93E6-5C3E-700E-0841-92A5EBE7E8F5}"/>
              </a:ext>
            </a:extLst>
          </p:cNvPr>
          <p:cNvSpPr>
            <a:spLocks noGrp="1"/>
          </p:cNvSpPr>
          <p:nvPr>
            <p:ph type="chart"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6E965AD-787B-5351-86A2-D00638538D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06FA632-2443-2F8B-2149-FFD0C0F41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844B5-FA67-4090-9FFD-B2BB96A57EF1}" type="datetimeFigureOut">
              <a:rPr lang="fr-FR" smtClean="0"/>
              <a:t>07/01/2026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A077EFA-70FB-4E1B-5041-B87D6B111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4507159-32FA-DF03-2796-D083ABF34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956CF-AAA3-41F6-9CBC-A8770CA6BE6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88635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106FC6DB-700C-A2FF-B6EC-AB49009F7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6FAD3A4-B4DC-0F60-9AA1-CF1789ACB9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45CA9CB-3E08-5C40-7A9D-20094F59DF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8844B5-FA67-4090-9FFD-B2BB96A57EF1}" type="datetimeFigureOut">
              <a:rPr lang="fr-FR" smtClean="0"/>
              <a:t>07/01/2026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D97E323-9B6B-220D-31F3-436CBE683E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0EDFC5D-64B9-2283-62C6-956EAB8312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A956CF-AAA3-41F6-9CBC-A8770CA6BE6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54203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hyperlink" Target="https://github.com/Momzer31/Windows-" TargetMode="Externa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0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sv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sv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sv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05CE1D8-CDEC-61A6-BA58-E04F462F2DA1}"/>
              </a:ext>
            </a:extLst>
          </p:cNvPr>
          <p:cNvSpPr txBox="1"/>
          <p:nvPr/>
        </p:nvSpPr>
        <p:spPr>
          <a:xfrm>
            <a:off x="1383564" y="348865"/>
            <a:ext cx="9718111" cy="15764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Audit et Hardening de Securite Windows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167D0FB-A753-4FA1-F384-07DD0E635A99}"/>
              </a:ext>
            </a:extLst>
          </p:cNvPr>
          <p:cNvSpPr txBox="1"/>
          <p:nvPr/>
        </p:nvSpPr>
        <p:spPr>
          <a:xfrm>
            <a:off x="1303151" y="2470865"/>
            <a:ext cx="9585696" cy="9374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2800" dirty="0"/>
              <a:t>Restitution Client - Recommendations ANSSI/CIS</a:t>
            </a:r>
          </a:p>
          <a:p>
            <a:pPr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graphicFrame>
        <p:nvGraphicFramePr>
          <p:cNvPr id="36" name="ZoneTexte 7">
            <a:extLst>
              <a:ext uri="{FF2B5EF4-FFF2-40B4-BE49-F238E27FC236}">
                <a16:creationId xmlns:a16="http://schemas.microsoft.com/office/drawing/2014/main" id="{F5191FDB-0234-A5A0-E6C7-7B2BB7C193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50940608"/>
              </p:ext>
            </p:extLst>
          </p:nvPr>
        </p:nvGraphicFramePr>
        <p:xfrm>
          <a:off x="632085" y="2819730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289223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E09D4FD3-01AB-1A40-4EC9-3031835C96D6}"/>
              </a:ext>
            </a:extLst>
          </p:cNvPr>
          <p:cNvSpPr txBox="1"/>
          <p:nvPr/>
        </p:nvSpPr>
        <p:spPr>
          <a:xfrm>
            <a:off x="1371597" y="348865"/>
            <a:ext cx="10044023" cy="8777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Agenda</a:t>
            </a:r>
          </a:p>
        </p:txBody>
      </p:sp>
      <p:graphicFrame>
        <p:nvGraphicFramePr>
          <p:cNvPr id="8" name="ZoneTexte 5">
            <a:extLst>
              <a:ext uri="{FF2B5EF4-FFF2-40B4-BE49-F238E27FC236}">
                <a16:creationId xmlns:a16="http://schemas.microsoft.com/office/drawing/2014/main" id="{A9E814E8-90B2-D743-7E24-7C9BC92B616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82845022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170886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2" descr="Script informatique sur un écran">
            <a:extLst>
              <a:ext uri="{FF2B5EF4-FFF2-40B4-BE49-F238E27FC236}">
                <a16:creationId xmlns:a16="http://schemas.microsoft.com/office/drawing/2014/main" id="{0FEF0ACA-EBB7-594B-C77D-74CCE29D5D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84" r="43557" b="-2"/>
          <a:stretch>
            <a:fillRect/>
          </a:stretch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66210F8-FBFB-A9D5-0963-C49F6BB08A9B}"/>
              </a:ext>
            </a:extLst>
          </p:cNvPr>
          <p:cNvSpPr txBox="1"/>
          <p:nvPr/>
        </p:nvSpPr>
        <p:spPr>
          <a:xfrm>
            <a:off x="6115317" y="405685"/>
            <a:ext cx="5464968" cy="15593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>
                <a:latin typeface="+mj-lt"/>
                <a:ea typeface="+mj-ea"/>
                <a:cs typeface="+mj-cs"/>
              </a:rPr>
              <a:t>Contexte &amp; Objectifs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6C97A85F-317F-1481-18F2-6FF36E7C7C89}"/>
              </a:ext>
            </a:extLst>
          </p:cNvPr>
          <p:cNvSpPr txBox="1"/>
          <p:nvPr/>
        </p:nvSpPr>
        <p:spPr>
          <a:xfrm>
            <a:off x="6115317" y="2743200"/>
            <a:ext cx="5247340" cy="34968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b="1" dirty="0"/>
              <a:t>OBJECTIFS: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Auditer</a:t>
            </a:r>
            <a:r>
              <a:rPr lang="en-US" sz="2000" dirty="0"/>
              <a:t> la configuration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Identifier </a:t>
            </a:r>
            <a:r>
              <a:rPr lang="en-US" sz="2000" dirty="0" err="1"/>
              <a:t>éléments</a:t>
            </a:r>
            <a:r>
              <a:rPr lang="en-US" sz="2000" dirty="0"/>
              <a:t> mal configures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Proposer plan remediation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b="1" dirty="0"/>
              <a:t>NORMES: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000" b="1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ANSSI / CIS Benchmarks / Microsoft Security Baseline</a:t>
            </a:r>
          </a:p>
        </p:txBody>
      </p:sp>
    </p:spTree>
    <p:extLst>
      <p:ext uri="{BB962C8B-B14F-4D97-AF65-F5344CB8AC3E}">
        <p14:creationId xmlns:p14="http://schemas.microsoft.com/office/powerpoint/2010/main" val="2873572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120C95E-0306-D9A7-5879-A29B7E9403F2}"/>
              </a:ext>
            </a:extLst>
          </p:cNvPr>
          <p:cNvSpPr txBox="1"/>
          <p:nvPr/>
        </p:nvSpPr>
        <p:spPr>
          <a:xfrm>
            <a:off x="1383564" y="348865"/>
            <a:ext cx="9718111" cy="15764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Methodologie d'Audit</a:t>
            </a:r>
          </a:p>
        </p:txBody>
      </p:sp>
      <p:graphicFrame>
        <p:nvGraphicFramePr>
          <p:cNvPr id="8" name="ZoneTexte 5">
            <a:extLst>
              <a:ext uri="{FF2B5EF4-FFF2-40B4-BE49-F238E27FC236}">
                <a16:creationId xmlns:a16="http://schemas.microsoft.com/office/drawing/2014/main" id="{055B96A1-2316-97AD-0B91-322F56A8D22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49146065"/>
              </p:ext>
            </p:extLst>
          </p:nvPr>
        </p:nvGraphicFramePr>
        <p:xfrm>
          <a:off x="11970" y="2170031"/>
          <a:ext cx="12168060" cy="46873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759890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2E29274-67DD-C35C-C305-404ADFDC242C}"/>
              </a:ext>
            </a:extLst>
          </p:cNvPr>
          <p:cNvSpPr txBox="1"/>
          <p:nvPr/>
        </p:nvSpPr>
        <p:spPr>
          <a:xfrm>
            <a:off x="1383564" y="348865"/>
            <a:ext cx="9718111" cy="15764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42%</a:t>
            </a:r>
          </a:p>
        </p:txBody>
      </p:sp>
      <p:graphicFrame>
        <p:nvGraphicFramePr>
          <p:cNvPr id="23" name="ZoneTexte 5">
            <a:extLst>
              <a:ext uri="{FF2B5EF4-FFF2-40B4-BE49-F238E27FC236}">
                <a16:creationId xmlns:a16="http://schemas.microsoft.com/office/drawing/2014/main" id="{96D547E0-0983-394E-A8E3-B97930380A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98939262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998489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2F9E51A-6FE7-FED7-E612-CB30BDBAD48C}"/>
              </a:ext>
            </a:extLst>
          </p:cNvPr>
          <p:cNvSpPr txBox="1"/>
          <p:nvPr/>
        </p:nvSpPr>
        <p:spPr>
          <a:xfrm>
            <a:off x="826396" y="586855"/>
            <a:ext cx="4230100" cy="33874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Synthese des Findings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5E80470E-EE70-9D5D-1FF7-6DA5498DB1F5}"/>
              </a:ext>
            </a:extLst>
          </p:cNvPr>
          <p:cNvSpPr txBox="1"/>
          <p:nvPr/>
        </p:nvSpPr>
        <p:spPr>
          <a:xfrm>
            <a:off x="6503158" y="649480"/>
            <a:ext cx="4862447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b="1" dirty="0"/>
              <a:t>DISTRIBUTION: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Critiques: 0 (0%)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Majeurs</a:t>
            </a:r>
            <a:r>
              <a:rPr lang="en-US" sz="2000" dirty="0"/>
              <a:t>: 11 (65%)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Mineurs</a:t>
            </a:r>
            <a:r>
              <a:rPr lang="en-US" sz="2000" dirty="0"/>
              <a:t>: 6 (35%)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TOTAL: 17 </a:t>
            </a:r>
            <a:r>
              <a:rPr lang="en-US" sz="2000" dirty="0" err="1"/>
              <a:t>problèmes</a:t>
            </a:r>
            <a:endParaRPr lang="en-US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b="1" dirty="0"/>
              <a:t>PAR CATEGORIE: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Comptes</a:t>
            </a:r>
            <a:r>
              <a:rPr lang="en-US" sz="2000" dirty="0"/>
              <a:t> &amp; </a:t>
            </a:r>
            <a:r>
              <a:rPr lang="en-US" sz="2000" dirty="0" err="1"/>
              <a:t>Identites</a:t>
            </a:r>
            <a:r>
              <a:rPr lang="en-US" sz="2000" dirty="0"/>
              <a:t>: 6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Authentification</a:t>
            </a:r>
            <a:r>
              <a:rPr lang="en-US" sz="2000" dirty="0"/>
              <a:t>: 5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Reseau &amp; Services: 3</a:t>
            </a:r>
          </a:p>
        </p:txBody>
      </p:sp>
    </p:spTree>
    <p:extLst>
      <p:ext uri="{BB962C8B-B14F-4D97-AF65-F5344CB8AC3E}">
        <p14:creationId xmlns:p14="http://schemas.microsoft.com/office/powerpoint/2010/main" val="24366923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B08F62B1-AD21-5042-8E13-9C3E1743B5B9}"/>
              </a:ext>
            </a:extLst>
          </p:cNvPr>
          <p:cNvSpPr txBox="1"/>
          <p:nvPr/>
        </p:nvSpPr>
        <p:spPr>
          <a:xfrm>
            <a:off x="826396" y="586855"/>
            <a:ext cx="4230100" cy="33874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Top Findings Majeurs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32B3A3B-EACA-8AB5-965F-84026C893664}"/>
              </a:ext>
            </a:extLst>
          </p:cNvPr>
          <p:cNvSpPr txBox="1"/>
          <p:nvPr/>
        </p:nvSpPr>
        <p:spPr>
          <a:xfrm>
            <a:off x="6503158" y="649480"/>
            <a:ext cx="4862447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1. SMBv1 ACTIVE (CVSS 9.8)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  Risque: Ransomware </a:t>
            </a:r>
            <a:r>
              <a:rPr lang="en-US" sz="2000" dirty="0" err="1"/>
              <a:t>EternalBlue</a:t>
            </a:r>
            <a:endParaRPr lang="en-US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2. LSASS Protection </a:t>
            </a:r>
            <a:r>
              <a:rPr lang="en-US" sz="2000" dirty="0" err="1"/>
              <a:t>Désactivée</a:t>
            </a:r>
            <a:r>
              <a:rPr lang="en-US" sz="2000" dirty="0"/>
              <a:t> (CVSS 8.5)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 Risque: Extraction credentials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3. </a:t>
            </a:r>
            <a:r>
              <a:rPr lang="en-US" sz="2000" dirty="0" err="1"/>
              <a:t>WDigest</a:t>
            </a:r>
            <a:r>
              <a:rPr lang="en-US" sz="2000" dirty="0"/>
              <a:t> </a:t>
            </a:r>
            <a:r>
              <a:rPr lang="en-US" sz="2000" dirty="0" err="1"/>
              <a:t>Actif</a:t>
            </a:r>
            <a:r>
              <a:rPr lang="en-US" sz="2000" dirty="0"/>
              <a:t> (CVSS 7.0)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 Risque: Mots de passe </a:t>
            </a:r>
            <a:r>
              <a:rPr lang="en-US" sz="2000" dirty="0" err="1"/>
              <a:t>en</a:t>
            </a:r>
            <a:r>
              <a:rPr lang="en-US" sz="2000" dirty="0"/>
              <a:t> </a:t>
            </a:r>
            <a:r>
              <a:rPr lang="en-US" sz="2000" dirty="0" err="1"/>
              <a:t>clair</a:t>
            </a:r>
            <a:endParaRPr lang="en-US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4. RDP sans NLA (CVSS 8.0)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 Risque: Brute-force RDP</a:t>
            </a:r>
          </a:p>
        </p:txBody>
      </p:sp>
    </p:spTree>
    <p:extLst>
      <p:ext uri="{BB962C8B-B14F-4D97-AF65-F5344CB8AC3E}">
        <p14:creationId xmlns:p14="http://schemas.microsoft.com/office/powerpoint/2010/main" val="30370002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066C1A2-98F2-CE4A-9B2B-43BDC847235B}"/>
              </a:ext>
            </a:extLst>
          </p:cNvPr>
          <p:cNvSpPr txBox="1"/>
          <p:nvPr/>
        </p:nvSpPr>
        <p:spPr>
          <a:xfrm>
            <a:off x="826396" y="586855"/>
            <a:ext cx="4230100" cy="33874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Phase 1 Remediation </a:t>
            </a:r>
            <a:endParaRPr lang="en-US" sz="40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6D8B6E6B-EEA8-CCE7-90E4-C24D80DEE638}"/>
              </a:ext>
            </a:extLst>
          </p:cNvPr>
          <p:cNvSpPr txBox="1"/>
          <p:nvPr/>
        </p:nvSpPr>
        <p:spPr>
          <a:xfrm>
            <a:off x="6503158" y="649480"/>
            <a:ext cx="4862447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A </a:t>
            </a:r>
            <a:r>
              <a:rPr lang="en-US" sz="2000" dirty="0" err="1"/>
              <a:t>effectuer</a:t>
            </a:r>
            <a:r>
              <a:rPr lang="en-US" sz="2000" dirty="0"/>
              <a:t> </a:t>
            </a:r>
            <a:r>
              <a:rPr lang="en-US" sz="2000" dirty="0" err="1"/>
              <a:t>cette</a:t>
            </a:r>
            <a:r>
              <a:rPr lang="en-US" sz="2000" dirty="0"/>
              <a:t> </a:t>
            </a:r>
            <a:r>
              <a:rPr lang="en-US" sz="2000" dirty="0" err="1"/>
              <a:t>semaine</a:t>
            </a:r>
            <a:r>
              <a:rPr lang="en-US" sz="2000" dirty="0"/>
              <a:t> | 30 minutes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1. </a:t>
            </a:r>
            <a:r>
              <a:rPr lang="en-US" sz="2000" dirty="0" err="1"/>
              <a:t>Désactiver</a:t>
            </a:r>
            <a:r>
              <a:rPr lang="en-US" sz="2000" dirty="0"/>
              <a:t> SMBv1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2. </a:t>
            </a:r>
            <a:r>
              <a:rPr lang="en-US" sz="2000" dirty="0" err="1"/>
              <a:t>Activer</a:t>
            </a:r>
            <a:r>
              <a:rPr lang="en-US" sz="2000" dirty="0"/>
              <a:t> RDP NLA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3. </a:t>
            </a:r>
            <a:r>
              <a:rPr lang="en-US" sz="2000" dirty="0" err="1"/>
              <a:t>Désactiver</a:t>
            </a:r>
            <a:r>
              <a:rPr lang="en-US" sz="2000" dirty="0"/>
              <a:t> </a:t>
            </a:r>
            <a:r>
              <a:rPr lang="en-US" sz="2000" dirty="0" err="1"/>
              <a:t>WDigest</a:t>
            </a:r>
            <a:endParaRPr lang="en-US" sz="20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4. Forcer Signature SMB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5. </a:t>
            </a:r>
            <a:r>
              <a:rPr lang="en-US" sz="2000" dirty="0" err="1"/>
              <a:t>Désactiver</a:t>
            </a:r>
            <a:r>
              <a:rPr lang="en-US" sz="2000" dirty="0"/>
              <a:t> LLMNR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6. Augmenter UAC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IMPACT: Score +15 points (42% -&gt; 57%)</a:t>
            </a:r>
          </a:p>
        </p:txBody>
      </p:sp>
    </p:spTree>
    <p:extLst>
      <p:ext uri="{BB962C8B-B14F-4D97-AF65-F5344CB8AC3E}">
        <p14:creationId xmlns:p14="http://schemas.microsoft.com/office/powerpoint/2010/main" val="12212442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B6984681-02E6-CA54-2908-86385F7C3A43}"/>
              </a:ext>
            </a:extLst>
          </p:cNvPr>
          <p:cNvSpPr txBox="1"/>
          <p:nvPr/>
        </p:nvSpPr>
        <p:spPr>
          <a:xfrm>
            <a:off x="1371597" y="348865"/>
            <a:ext cx="10044023" cy="8777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Phase 2 Remediation </a:t>
            </a:r>
          </a:p>
        </p:txBody>
      </p:sp>
      <p:graphicFrame>
        <p:nvGraphicFramePr>
          <p:cNvPr id="8" name="ZoneTexte 5">
            <a:extLst>
              <a:ext uri="{FF2B5EF4-FFF2-40B4-BE49-F238E27FC236}">
                <a16:creationId xmlns:a16="http://schemas.microsoft.com/office/drawing/2014/main" id="{821ACBCA-07E5-B673-E932-91A7DD08CCA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5226789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747800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AFFD69C-DE18-0291-3142-6DFE25CBFCC7}"/>
              </a:ext>
            </a:extLst>
          </p:cNvPr>
          <p:cNvSpPr txBox="1"/>
          <p:nvPr/>
        </p:nvSpPr>
        <p:spPr>
          <a:xfrm>
            <a:off x="1371597" y="348865"/>
            <a:ext cx="10044023" cy="8777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Phase 3 Remediation </a:t>
            </a:r>
          </a:p>
        </p:txBody>
      </p:sp>
      <p:graphicFrame>
        <p:nvGraphicFramePr>
          <p:cNvPr id="23" name="ZoneTexte 5">
            <a:extLst>
              <a:ext uri="{FF2B5EF4-FFF2-40B4-BE49-F238E27FC236}">
                <a16:creationId xmlns:a16="http://schemas.microsoft.com/office/drawing/2014/main" id="{EEC1E636-E0F7-251E-6768-FE42F292E0D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83959183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205664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2272829-AB1B-EC3A-C9F6-4F83C186A413}"/>
              </a:ext>
            </a:extLst>
          </p:cNvPr>
          <p:cNvSpPr txBox="1"/>
          <p:nvPr/>
        </p:nvSpPr>
        <p:spPr>
          <a:xfrm>
            <a:off x="826396" y="586855"/>
            <a:ext cx="4230100" cy="33874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Effort &amp; Impact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781009FF-6F3A-896A-C91B-BFD9B14E9C85}"/>
              </a:ext>
            </a:extLst>
          </p:cNvPr>
          <p:cNvSpPr txBox="1"/>
          <p:nvPr/>
        </p:nvSpPr>
        <p:spPr>
          <a:xfrm>
            <a:off x="6503158" y="649480"/>
            <a:ext cx="4862447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b="1" dirty="0"/>
              <a:t>AVANT / APRES: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Score: 42% -&gt; 78% (+36 points)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Findings: 17 -&gt; 2 (-15)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Majeurs</a:t>
            </a:r>
            <a:r>
              <a:rPr lang="en-US" sz="2000" dirty="0"/>
              <a:t>: 11 -&gt; 0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b="1" dirty="0"/>
              <a:t>EFFORT: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Phase 1: 30 min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Phase 2: 75 min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Phase 3: 2-3h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TOTAL: 4 </a:t>
            </a:r>
            <a:r>
              <a:rPr lang="en-US" sz="2000" dirty="0" err="1"/>
              <a:t>heures</a:t>
            </a:r>
            <a:endParaRPr lang="en-US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0084492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EACF390-8E68-F9D6-29E3-426B1C9D0FAB}"/>
              </a:ext>
            </a:extLst>
          </p:cNvPr>
          <p:cNvSpPr txBox="1"/>
          <p:nvPr/>
        </p:nvSpPr>
        <p:spPr>
          <a:xfrm>
            <a:off x="826396" y="586855"/>
            <a:ext cx="4230100" cy="33874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Monitoring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6CE7478-F7A9-12D3-97DD-8FB26DFFCAC5}"/>
              </a:ext>
            </a:extLst>
          </p:cNvPr>
          <p:cNvSpPr txBox="1"/>
          <p:nvPr/>
        </p:nvSpPr>
        <p:spPr>
          <a:xfrm>
            <a:off x="6503158" y="649480"/>
            <a:ext cx="4862447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b="1" dirty="0"/>
              <a:t>APRES CHAQUE PHASE: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Vérifier</a:t>
            </a:r>
            <a:r>
              <a:rPr lang="en-US" sz="2000" dirty="0"/>
              <a:t> services critiques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Vérifier</a:t>
            </a:r>
            <a:r>
              <a:rPr lang="en-US" sz="2000" dirty="0"/>
              <a:t> logging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Vérifier</a:t>
            </a:r>
            <a:r>
              <a:rPr lang="en-US" sz="2000" dirty="0"/>
              <a:t> performance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Re-audit </a:t>
            </a:r>
            <a:r>
              <a:rPr lang="en-US" sz="2000" dirty="0" err="1"/>
              <a:t>automatise</a:t>
            </a:r>
            <a:endParaRPr lang="en-US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b="1" dirty="0"/>
              <a:t>FREQUENCE: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Phase 1: J+1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Phase 2: J+3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Phase 3: J+7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Maintenance: </a:t>
            </a:r>
            <a:r>
              <a:rPr lang="en-US" sz="2000" dirty="0" err="1"/>
              <a:t>Mensuel</a:t>
            </a:r>
            <a:r>
              <a:rPr lang="en-US" sz="2000" dirty="0"/>
              <a:t> -&gt; Annuel</a:t>
            </a:r>
          </a:p>
        </p:txBody>
      </p:sp>
    </p:spTree>
    <p:extLst>
      <p:ext uri="{BB962C8B-B14F-4D97-AF65-F5344CB8AC3E}">
        <p14:creationId xmlns:p14="http://schemas.microsoft.com/office/powerpoint/2010/main" val="37963925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3768188-66C9-9DE2-46BD-8E33FB8CF5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33" r="53392"/>
          <a:stretch>
            <a:fillRect/>
          </a:stretch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71F5D92-3580-EF1C-04E5-C552231AFC96}"/>
              </a:ext>
            </a:extLst>
          </p:cNvPr>
          <p:cNvSpPr txBox="1"/>
          <p:nvPr/>
        </p:nvSpPr>
        <p:spPr>
          <a:xfrm>
            <a:off x="6115317" y="405685"/>
            <a:ext cx="5464968" cy="15593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 err="1">
                <a:latin typeface="+mj-lt"/>
                <a:ea typeface="+mj-ea"/>
                <a:cs typeface="+mj-cs"/>
              </a:rPr>
              <a:t>Conformité</a:t>
            </a:r>
            <a:endParaRPr lang="en-US" sz="4000" b="1" dirty="0">
              <a:latin typeface="+mj-lt"/>
              <a:ea typeface="+mj-ea"/>
              <a:cs typeface="+mj-cs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7131606-C3AD-6DE1-EF03-543F453BBA23}"/>
              </a:ext>
            </a:extLst>
          </p:cNvPr>
          <p:cNvSpPr txBox="1"/>
          <p:nvPr/>
        </p:nvSpPr>
        <p:spPr>
          <a:xfrm>
            <a:off x="6115317" y="2743200"/>
            <a:ext cx="5247340" cy="34968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ANSSI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Administration securisee des SI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Windows Server 2019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CIS BENCHMARKS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Windows Server 2019 v1.2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Controles prioritaires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MICROSOFT SECURITY BASELINE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Windows Defender + RDP + Firewall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Conformite TRIPLE STANDARD</a:t>
            </a:r>
          </a:p>
        </p:txBody>
      </p:sp>
    </p:spTree>
    <p:extLst>
      <p:ext uri="{BB962C8B-B14F-4D97-AF65-F5344CB8AC3E}">
        <p14:creationId xmlns:p14="http://schemas.microsoft.com/office/powerpoint/2010/main" val="21419940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AF4A300-E360-32B5-68A3-AF43B4820184}"/>
              </a:ext>
            </a:extLst>
          </p:cNvPr>
          <p:cNvSpPr txBox="1"/>
          <p:nvPr/>
        </p:nvSpPr>
        <p:spPr>
          <a:xfrm>
            <a:off x="826396" y="586855"/>
            <a:ext cx="4230100" cy="33874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Roadmap 12 Mois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D0BF4DF0-4296-87B6-29B5-F28FD90F4EC2}"/>
              </a:ext>
            </a:extLst>
          </p:cNvPr>
          <p:cNvSpPr txBox="1"/>
          <p:nvPr/>
        </p:nvSpPr>
        <p:spPr>
          <a:xfrm>
            <a:off x="6503158" y="649480"/>
            <a:ext cx="4862447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b="1" dirty="0"/>
              <a:t>JANVIER 2026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Phase 1: Quick Wins (Sem 1)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Phase 2: Core Hardening (Sem 2)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Phase 3: Optimization (</a:t>
            </a:r>
            <a:r>
              <a:rPr lang="en-US" sz="2000" dirty="0" err="1"/>
              <a:t>Mois</a:t>
            </a:r>
            <a:r>
              <a:rPr lang="en-US" sz="2000" dirty="0"/>
              <a:t> 1)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b="1" dirty="0"/>
              <a:t>FEVRIER-MARS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Deploiement</a:t>
            </a:r>
            <a:r>
              <a:rPr lang="en-US" sz="2000" dirty="0"/>
              <a:t> </a:t>
            </a:r>
            <a:r>
              <a:rPr lang="en-US" sz="2000" dirty="0" err="1"/>
              <a:t>complet</a:t>
            </a:r>
            <a:r>
              <a:rPr lang="en-US" sz="2000" dirty="0"/>
              <a:t> + Formation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b="1" dirty="0"/>
              <a:t>AVRIL-SEPTEMBRE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Production + Monitoring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JALONS: J+7, J+30, M+12</a:t>
            </a:r>
          </a:p>
        </p:txBody>
      </p:sp>
    </p:spTree>
    <p:extLst>
      <p:ext uri="{BB962C8B-B14F-4D97-AF65-F5344CB8AC3E}">
        <p14:creationId xmlns:p14="http://schemas.microsoft.com/office/powerpoint/2010/main" val="6759498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64A48CA-F762-CF2D-2675-1B9BF278F4C4}"/>
              </a:ext>
            </a:extLst>
          </p:cNvPr>
          <p:cNvSpPr txBox="1"/>
          <p:nvPr/>
        </p:nvSpPr>
        <p:spPr>
          <a:xfrm>
            <a:off x="1371597" y="348865"/>
            <a:ext cx="10044023" cy="8777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Questions &amp; Discussion</a:t>
            </a:r>
          </a:p>
        </p:txBody>
      </p:sp>
      <p:graphicFrame>
        <p:nvGraphicFramePr>
          <p:cNvPr id="8" name="ZoneTexte 5">
            <a:extLst>
              <a:ext uri="{FF2B5EF4-FFF2-40B4-BE49-F238E27FC236}">
                <a16:creationId xmlns:a16="http://schemas.microsoft.com/office/drawing/2014/main" id="{585220A9-B46B-04A3-D2C4-6E755E01C9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69265333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788111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34644257-FCDA-4D4F-E9CB-B4B6A490803A}"/>
              </a:ext>
            </a:extLst>
          </p:cNvPr>
          <p:cNvSpPr txBox="1"/>
          <p:nvPr/>
        </p:nvSpPr>
        <p:spPr>
          <a:xfrm>
            <a:off x="1136397" y="502020"/>
            <a:ext cx="5323715" cy="164297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Contact &amp; Support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7D1CA5B-FD9F-6AF1-D2C7-94B6FE2B692A}"/>
              </a:ext>
            </a:extLst>
          </p:cNvPr>
          <p:cNvSpPr txBox="1"/>
          <p:nvPr/>
        </p:nvSpPr>
        <p:spPr>
          <a:xfrm>
            <a:off x="1144923" y="2405894"/>
            <a:ext cx="5315189" cy="353508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dirty="0"/>
              <a:t>Email: </a:t>
            </a:r>
            <a:r>
              <a:rPr lang="en-US" sz="1700" dirty="0"/>
              <a:t>m.ouali@myskolae.com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dirty="0"/>
              <a:t>Telephone: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dirty="0"/>
              <a:t>GitHub: </a:t>
            </a:r>
            <a:r>
              <a:rPr lang="en-US" sz="1700" dirty="0">
                <a:hlinkClick r:id="rId2"/>
              </a:rPr>
              <a:t>https://github.com/Momzer31/Windows-</a:t>
            </a:r>
            <a:r>
              <a:rPr lang="en-US" sz="1700" dirty="0"/>
              <a:t> Security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dirty="0"/>
              <a:t>Questions Techniques: </a:t>
            </a:r>
            <a:r>
              <a:rPr lang="en-US" sz="1700" dirty="0"/>
              <a:t>Email (24h)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dirty="0"/>
              <a:t>Urgence: </a:t>
            </a:r>
            <a:r>
              <a:rPr lang="en-US" sz="1700" dirty="0"/>
              <a:t>Telephone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dirty="0"/>
              <a:t>Follow-up: </a:t>
            </a:r>
            <a:r>
              <a:rPr lang="en-US" sz="1700" dirty="0"/>
              <a:t>Re-audit J+30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Graphic 9" descr="Combiné">
            <a:extLst>
              <a:ext uri="{FF2B5EF4-FFF2-40B4-BE49-F238E27FC236}">
                <a16:creationId xmlns:a16="http://schemas.microsoft.com/office/drawing/2014/main" id="{F2789D44-D953-FD67-6443-85D2B8A1CC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75967" y="1359681"/>
            <a:ext cx="4170530" cy="4170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1575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1315544-E72E-4F8F-8D82-029FCD002688}"/>
              </a:ext>
            </a:extLst>
          </p:cNvPr>
          <p:cNvSpPr txBox="1"/>
          <p:nvPr/>
        </p:nvSpPr>
        <p:spPr>
          <a:xfrm>
            <a:off x="1136397" y="502020"/>
            <a:ext cx="5323715" cy="164297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Conclusion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68A183E-D806-0B3C-BBB4-8A733FA90EB0}"/>
              </a:ext>
            </a:extLst>
          </p:cNvPr>
          <p:cNvSpPr txBox="1"/>
          <p:nvPr/>
        </p:nvSpPr>
        <p:spPr>
          <a:xfrm>
            <a:off x="1144923" y="2405894"/>
            <a:ext cx="5315189" cy="3535083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b="1" dirty="0"/>
              <a:t>SITUATION ACTUELLE: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Score: 42% | Findings: 17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b="1" dirty="0"/>
              <a:t>PLAN D'ACTION: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Phase 1-3: 4 </a:t>
            </a:r>
            <a:r>
              <a:rPr lang="en-US" sz="1600" dirty="0" err="1"/>
              <a:t>heures</a:t>
            </a:r>
            <a:endParaRPr lang="en-US" sz="16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b="1" dirty="0"/>
              <a:t>RESULTAT: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Score: 78% | Findings: 2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 err="1"/>
              <a:t>Sécurité</a:t>
            </a:r>
            <a:r>
              <a:rPr lang="en-US" sz="1600" dirty="0"/>
              <a:t>: +88%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b="1" dirty="0"/>
              <a:t>RECOMMANDATION: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 err="1"/>
              <a:t>Proceder</a:t>
            </a:r>
            <a:r>
              <a:rPr lang="en-US" sz="1600" dirty="0"/>
              <a:t> </a:t>
            </a:r>
            <a:r>
              <a:rPr lang="en-US" sz="1600" dirty="0" err="1"/>
              <a:t>rapidement</a:t>
            </a:r>
            <a:r>
              <a:rPr lang="en-US" sz="1600" dirty="0"/>
              <a:t>!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Impact +88% pour 4h = Excellent ROI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Graphic 9" descr="Déconnecté">
            <a:extLst>
              <a:ext uri="{FF2B5EF4-FFF2-40B4-BE49-F238E27FC236}">
                <a16:creationId xmlns:a16="http://schemas.microsoft.com/office/drawing/2014/main" id="{1175DCA1-0E6C-704B-27AD-AFE596C68A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75967" y="1359681"/>
            <a:ext cx="4170530" cy="4170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8425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3C48B49-6135-48B6-AC0F-97E5D8D1F0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AD7859D-8F5C-B4F6-A57C-26C3CC5E0574}"/>
              </a:ext>
            </a:extLst>
          </p:cNvPr>
          <p:cNvSpPr txBox="1"/>
          <p:nvPr/>
        </p:nvSpPr>
        <p:spPr>
          <a:xfrm>
            <a:off x="1329766" y="1146412"/>
            <a:ext cx="9014348" cy="24020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Script PowerShell </a:t>
            </a:r>
            <a:r>
              <a:rPr lang="en-US" sz="48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d'Audit</a:t>
            </a:r>
            <a:r>
              <a:rPr lang="en-US" sz="48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8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Sécurité</a:t>
            </a:r>
            <a:endParaRPr lang="en-US" sz="48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8" y="4374554"/>
            <a:ext cx="12192007" cy="248344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40655" y="4374554"/>
            <a:ext cx="4051344" cy="2483446"/>
          </a:xfrm>
          <a:prstGeom prst="rect">
            <a:avLst/>
          </a:prstGeom>
          <a:gradFill>
            <a:gsLst>
              <a:gs pos="4000">
                <a:schemeClr val="accent1">
                  <a:alpha val="21000"/>
                </a:schemeClr>
              </a:gs>
              <a:gs pos="83000">
                <a:schemeClr val="accent1">
                  <a:lumMod val="50000"/>
                  <a:alpha val="61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256AC18-FB41-4977-8B0C-F5082335A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4379429"/>
            <a:ext cx="12191984" cy="1953928"/>
          </a:xfrm>
          <a:prstGeom prst="rect">
            <a:avLst/>
          </a:prstGeom>
          <a:gradFill>
            <a:gsLst>
              <a:gs pos="32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alpha val="5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8" y="4380927"/>
            <a:ext cx="12192000" cy="2019443"/>
          </a:xfrm>
          <a:prstGeom prst="rect">
            <a:avLst/>
          </a:prstGeom>
          <a:gradFill>
            <a:gsLst>
              <a:gs pos="32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45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B85FFE99-81CB-377C-FBEE-0D754019D8E1}"/>
              </a:ext>
            </a:extLst>
          </p:cNvPr>
          <p:cNvSpPr txBox="1"/>
          <p:nvPr/>
        </p:nvSpPr>
        <p:spPr>
          <a:xfrm>
            <a:off x="1329765" y="4892722"/>
            <a:ext cx="6387155" cy="10781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4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Automatisation</a:t>
            </a:r>
            <a:r>
              <a:rPr lang="en-US" sz="2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Complete de </a:t>
            </a:r>
            <a:r>
              <a:rPr lang="en-US" sz="24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l'Audit</a:t>
            </a:r>
            <a:r>
              <a:rPr lang="en-US" sz="2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Windows</a:t>
            </a:r>
          </a:p>
        </p:txBody>
      </p:sp>
    </p:spTree>
    <p:extLst>
      <p:ext uri="{BB962C8B-B14F-4D97-AF65-F5344CB8AC3E}">
        <p14:creationId xmlns:p14="http://schemas.microsoft.com/office/powerpoint/2010/main" val="42542419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47B5F1C-85BD-49A5-3E8D-E8E2B60358F0}"/>
              </a:ext>
            </a:extLst>
          </p:cNvPr>
          <p:cNvSpPr txBox="1"/>
          <p:nvPr/>
        </p:nvSpPr>
        <p:spPr>
          <a:xfrm>
            <a:off x="826396" y="586855"/>
            <a:ext cx="4230100" cy="33874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Vue </a:t>
            </a:r>
            <a:r>
              <a:rPr lang="en-US" sz="40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d'Ensemble</a:t>
            </a:r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du Script</a:t>
            </a:r>
          </a:p>
        </p:txBody>
      </p:sp>
      <p:graphicFrame>
        <p:nvGraphicFramePr>
          <p:cNvPr id="23" name="ZoneTexte 5">
            <a:extLst>
              <a:ext uri="{FF2B5EF4-FFF2-40B4-BE49-F238E27FC236}">
                <a16:creationId xmlns:a16="http://schemas.microsoft.com/office/drawing/2014/main" id="{12BCF100-E521-0CEC-042E-9D8A1DB2A4E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28653322"/>
              </p:ext>
            </p:extLst>
          </p:nvPr>
        </p:nvGraphicFramePr>
        <p:xfrm>
          <a:off x="6503158" y="649480"/>
          <a:ext cx="4862447" cy="5546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511778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109162C6-9D2F-DBAB-04D0-D257EDE43243}"/>
              </a:ext>
            </a:extLst>
          </p:cNvPr>
          <p:cNvSpPr txBox="1"/>
          <p:nvPr/>
        </p:nvSpPr>
        <p:spPr>
          <a:xfrm>
            <a:off x="1136397" y="502020"/>
            <a:ext cx="5323715" cy="6968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Architecture du Script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E3954781-0E17-D503-3980-1E050EEDACF9}"/>
              </a:ext>
            </a:extLst>
          </p:cNvPr>
          <p:cNvSpPr txBox="1"/>
          <p:nvPr/>
        </p:nvSpPr>
        <p:spPr>
          <a:xfrm>
            <a:off x="1136397" y="1572774"/>
            <a:ext cx="5315189" cy="353508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b="1" dirty="0"/>
              <a:t>MODULE 1: </a:t>
            </a:r>
            <a:r>
              <a:rPr lang="en-US" sz="1400" b="1" dirty="0" err="1"/>
              <a:t>Initialisation</a:t>
            </a:r>
            <a:endParaRPr lang="en-US" sz="1400" b="1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 err="1"/>
              <a:t>Vérification</a:t>
            </a:r>
            <a:r>
              <a:rPr lang="en-US" sz="1400" dirty="0"/>
              <a:t> privileges admin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 err="1"/>
              <a:t>Chargement</a:t>
            </a:r>
            <a:r>
              <a:rPr lang="en-US" sz="1400" dirty="0"/>
              <a:t> des </a:t>
            </a:r>
            <a:r>
              <a:rPr lang="en-US" sz="1400" dirty="0" err="1"/>
              <a:t>fonctions</a:t>
            </a:r>
            <a:endParaRPr lang="en-US" sz="14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b="1" dirty="0"/>
              <a:t>MODULE 2: </a:t>
            </a:r>
            <a:r>
              <a:rPr lang="en-US" sz="1400" b="1" dirty="0" err="1"/>
              <a:t>Collecte</a:t>
            </a:r>
            <a:r>
              <a:rPr lang="en-US" sz="1400" b="1" dirty="0"/>
              <a:t> de données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Registry (50+ </a:t>
            </a:r>
            <a:r>
              <a:rPr lang="en-US" sz="1400" dirty="0" err="1"/>
              <a:t>cles</a:t>
            </a:r>
            <a:r>
              <a:rPr lang="en-US" sz="1400" dirty="0"/>
              <a:t>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Services Windows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 err="1"/>
              <a:t>Paramètres</a:t>
            </a:r>
            <a:r>
              <a:rPr lang="en-US" sz="1400" dirty="0"/>
              <a:t> </a:t>
            </a:r>
            <a:r>
              <a:rPr lang="en-US" sz="1400" dirty="0" err="1"/>
              <a:t>systeme</a:t>
            </a:r>
            <a:endParaRPr lang="en-US" sz="14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b="1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b="1" dirty="0"/>
              <a:t>MODULE 3: </a:t>
            </a:r>
            <a:r>
              <a:rPr lang="en-US" sz="1400" b="1" dirty="0" err="1"/>
              <a:t>Analyse</a:t>
            </a:r>
            <a:r>
              <a:rPr lang="en-US" sz="1400" b="1" dirty="0"/>
              <a:t> et scoring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 err="1"/>
              <a:t>Comparaison</a:t>
            </a:r>
            <a:r>
              <a:rPr lang="en-US" sz="1400" dirty="0"/>
              <a:t> vs baselines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 err="1"/>
              <a:t>Calcul</a:t>
            </a:r>
            <a:r>
              <a:rPr lang="en-US" sz="1400" dirty="0"/>
              <a:t> score ANSSI/CIS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b="1" dirty="0"/>
              <a:t>MODULE 4: Reporting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Generation HTML/JSON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9" name="Graphic 9" descr="Ordinateur portable sécurisé">
            <a:extLst>
              <a:ext uri="{FF2B5EF4-FFF2-40B4-BE49-F238E27FC236}">
                <a16:creationId xmlns:a16="http://schemas.microsoft.com/office/drawing/2014/main" id="{C3692AEA-B913-47F4-8CE6-50002CA4EE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75967" y="1359681"/>
            <a:ext cx="4170530" cy="4170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5090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4DFD480-4C17-796F-2346-3FD525EF7DB4}"/>
              </a:ext>
            </a:extLst>
          </p:cNvPr>
          <p:cNvSpPr txBox="1"/>
          <p:nvPr/>
        </p:nvSpPr>
        <p:spPr>
          <a:xfrm>
            <a:off x="1136397" y="502020"/>
            <a:ext cx="5323715" cy="164297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9 Categories Auditees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D187D9B9-09CB-31CE-1E17-27CF4B19EF5A}"/>
              </a:ext>
            </a:extLst>
          </p:cNvPr>
          <p:cNvSpPr txBox="1"/>
          <p:nvPr/>
        </p:nvSpPr>
        <p:spPr>
          <a:xfrm>
            <a:off x="1144923" y="2405894"/>
            <a:ext cx="5315189" cy="353508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1. </a:t>
            </a:r>
            <a:r>
              <a:rPr lang="en-US" sz="2000" dirty="0" err="1"/>
              <a:t>Comptes</a:t>
            </a:r>
            <a:r>
              <a:rPr lang="en-US" sz="2000" dirty="0"/>
              <a:t> &amp; </a:t>
            </a:r>
            <a:r>
              <a:rPr lang="en-US" sz="2000" dirty="0" err="1"/>
              <a:t>Identités</a:t>
            </a:r>
            <a:r>
              <a:rPr lang="en-US" sz="2000" dirty="0"/>
              <a:t> (8 checks)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2. Mots de passe &amp; Auth (7 checks)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3. Services réseau (6 checks)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4. Partages &amp; SMB (5 checks)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5. Bureau à distance RDP (6 checks)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6. </a:t>
            </a:r>
            <a:r>
              <a:rPr lang="en-US" sz="2000" dirty="0" err="1"/>
              <a:t>Sécurité</a:t>
            </a:r>
            <a:r>
              <a:rPr lang="en-US" sz="2000" dirty="0"/>
              <a:t> </a:t>
            </a:r>
            <a:r>
              <a:rPr lang="en-US" sz="2000" dirty="0" err="1"/>
              <a:t>système</a:t>
            </a:r>
            <a:r>
              <a:rPr lang="en-US" sz="2000" dirty="0"/>
              <a:t> (8 checks)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7. Logs &amp; Audit (5 checks)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8. </a:t>
            </a:r>
            <a:r>
              <a:rPr lang="en-US" sz="2000" dirty="0" err="1"/>
              <a:t>Chiffrement</a:t>
            </a:r>
            <a:r>
              <a:rPr lang="en-US" sz="2000" dirty="0"/>
              <a:t> (3 checks)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9. </a:t>
            </a:r>
            <a:r>
              <a:rPr lang="en-US" sz="2000" dirty="0" err="1"/>
              <a:t>Conformité</a:t>
            </a:r>
            <a:r>
              <a:rPr lang="en-US" sz="2000" dirty="0"/>
              <a:t> </a:t>
            </a:r>
            <a:r>
              <a:rPr lang="en-US" sz="2000" dirty="0" err="1"/>
              <a:t>générale</a:t>
            </a:r>
            <a:r>
              <a:rPr lang="en-US" sz="2000" dirty="0"/>
              <a:t> (4 checks)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Graphic 9" descr="Bank Check">
            <a:extLst>
              <a:ext uri="{FF2B5EF4-FFF2-40B4-BE49-F238E27FC236}">
                <a16:creationId xmlns:a16="http://schemas.microsoft.com/office/drawing/2014/main" id="{2227307D-3A41-8C64-BAF2-5569478FF7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75967" y="1359681"/>
            <a:ext cx="4170530" cy="4170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5720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52D6C51-EE5C-808F-6B82-04FB73C7CDB6}"/>
              </a:ext>
            </a:extLst>
          </p:cNvPr>
          <p:cNvSpPr txBox="1"/>
          <p:nvPr/>
        </p:nvSpPr>
        <p:spPr>
          <a:xfrm>
            <a:off x="826396" y="586855"/>
            <a:ext cx="4230100" cy="33874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Fonctions Principales</a:t>
            </a:r>
          </a:p>
        </p:txBody>
      </p:sp>
      <p:graphicFrame>
        <p:nvGraphicFramePr>
          <p:cNvPr id="23" name="ZoneTexte 5">
            <a:extLst>
              <a:ext uri="{FF2B5EF4-FFF2-40B4-BE49-F238E27FC236}">
                <a16:creationId xmlns:a16="http://schemas.microsoft.com/office/drawing/2014/main" id="{B6D7C1A5-7F77-ADD6-A054-D9F61348681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2135595"/>
              </p:ext>
            </p:extLst>
          </p:nvPr>
        </p:nvGraphicFramePr>
        <p:xfrm>
          <a:off x="6503158" y="649480"/>
          <a:ext cx="4862447" cy="5546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216073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26D4299-FE60-2BA9-0101-BB7039E11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Exemples</a:t>
            </a:r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de Checks Techniques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7BCBE1CB-CCF5-96EA-0667-5989E70EBB9C}"/>
              </a:ext>
            </a:extLst>
          </p:cNvPr>
          <p:cNvSpPr txBox="1"/>
          <p:nvPr/>
        </p:nvSpPr>
        <p:spPr>
          <a:xfrm>
            <a:off x="6503158" y="649480"/>
            <a:ext cx="4862447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dirty="0"/>
              <a:t>CHECK SMBv1: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dirty="0"/>
              <a:t>Get-</a:t>
            </a:r>
            <a:r>
              <a:rPr lang="en-US" sz="1600" dirty="0" err="1"/>
              <a:t>WindowsOptionalFeature</a:t>
            </a:r>
            <a:r>
              <a:rPr lang="en-US" sz="1600" dirty="0"/>
              <a:t> -Online -</a:t>
            </a:r>
            <a:r>
              <a:rPr lang="en-US" sz="1600" dirty="0" err="1"/>
              <a:t>FeatureName</a:t>
            </a:r>
            <a:r>
              <a:rPr lang="en-US" sz="1600" dirty="0"/>
              <a:t> SMB1Protocol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dirty="0"/>
              <a:t> </a:t>
            </a:r>
            <a:r>
              <a:rPr lang="en-US" sz="1600" dirty="0" err="1"/>
              <a:t>Vérifie</a:t>
            </a:r>
            <a:r>
              <a:rPr lang="en-US" sz="1600" dirty="0"/>
              <a:t> </a:t>
            </a:r>
            <a:r>
              <a:rPr lang="en-US" sz="1600" dirty="0" err="1"/>
              <a:t>si</a:t>
            </a:r>
            <a:r>
              <a:rPr lang="en-US" sz="1600" dirty="0"/>
              <a:t> </a:t>
            </a:r>
            <a:r>
              <a:rPr lang="en-US" sz="1600" dirty="0" err="1"/>
              <a:t>désactivé</a:t>
            </a:r>
            <a:endParaRPr lang="en-US" sz="16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6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dirty="0"/>
              <a:t>CHECK LSASS Protection: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dirty="0"/>
              <a:t>HKLM:\SYSTEM\</a:t>
            </a:r>
            <a:r>
              <a:rPr lang="en-US" sz="1600" dirty="0" err="1"/>
              <a:t>CurrentControlSet</a:t>
            </a:r>
            <a:r>
              <a:rPr lang="en-US" sz="1600" dirty="0"/>
              <a:t>\Control\</a:t>
            </a:r>
            <a:r>
              <a:rPr lang="en-US" sz="1600" dirty="0" err="1"/>
              <a:t>Lsa</a:t>
            </a:r>
            <a:r>
              <a:rPr lang="en-US" sz="1600" dirty="0"/>
              <a:t>\</a:t>
            </a:r>
            <a:r>
              <a:rPr lang="en-US" sz="1600" dirty="0" err="1"/>
              <a:t>RunAsPPL</a:t>
            </a:r>
            <a:endParaRPr lang="en-US" sz="16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dirty="0"/>
              <a:t> Valeur </a:t>
            </a:r>
            <a:r>
              <a:rPr lang="en-US" sz="1600" dirty="0" err="1"/>
              <a:t>attendue</a:t>
            </a:r>
            <a:r>
              <a:rPr lang="en-US" sz="1600" dirty="0"/>
              <a:t>: 1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6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dirty="0"/>
              <a:t>CHECK </a:t>
            </a:r>
            <a:r>
              <a:rPr lang="en-US" sz="1600" dirty="0" err="1"/>
              <a:t>WDigest</a:t>
            </a:r>
            <a:r>
              <a:rPr lang="en-US" sz="1600" dirty="0"/>
              <a:t>: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dirty="0"/>
              <a:t>HKLM:\SYSTEM\...\</a:t>
            </a:r>
            <a:r>
              <a:rPr lang="en-US" sz="1600" dirty="0" err="1"/>
              <a:t>WDigest</a:t>
            </a:r>
            <a:r>
              <a:rPr lang="en-US" sz="1600" dirty="0"/>
              <a:t>\</a:t>
            </a:r>
            <a:r>
              <a:rPr lang="en-US" sz="1600" dirty="0" err="1"/>
              <a:t>UseLogonCredential</a:t>
            </a:r>
            <a:endParaRPr lang="en-US" sz="16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dirty="0"/>
              <a:t> Valeur </a:t>
            </a:r>
            <a:r>
              <a:rPr lang="en-US" sz="1600" dirty="0" err="1"/>
              <a:t>attendue</a:t>
            </a:r>
            <a:r>
              <a:rPr lang="en-US" sz="1600" dirty="0"/>
              <a:t>: 0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6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dirty="0"/>
              <a:t>CHECK UAC: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dirty="0"/>
              <a:t>HKLM:\SOFTWARE\Microsoft\Windows\...\</a:t>
            </a:r>
            <a:r>
              <a:rPr lang="en-US" sz="1600" dirty="0" err="1"/>
              <a:t>EnableLUA</a:t>
            </a:r>
            <a:endParaRPr lang="en-US" sz="16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dirty="0"/>
              <a:t> Valeur </a:t>
            </a:r>
            <a:r>
              <a:rPr lang="en-US" sz="1600" dirty="0" err="1"/>
              <a:t>attendue</a:t>
            </a:r>
            <a:r>
              <a:rPr lang="en-US" sz="1600" dirty="0"/>
              <a:t>: 1</a:t>
            </a:r>
          </a:p>
        </p:txBody>
      </p:sp>
    </p:spTree>
    <p:extLst>
      <p:ext uri="{BB962C8B-B14F-4D97-AF65-F5344CB8AC3E}">
        <p14:creationId xmlns:p14="http://schemas.microsoft.com/office/powerpoint/2010/main" val="18487968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E4DAC98-5BA4-F680-FB30-04EE2040ACB2}"/>
              </a:ext>
            </a:extLst>
          </p:cNvPr>
          <p:cNvSpPr txBox="1"/>
          <p:nvPr/>
        </p:nvSpPr>
        <p:spPr>
          <a:xfrm>
            <a:off x="826396" y="586855"/>
            <a:ext cx="4230100" cy="33874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Systeme de Scoring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AA8BB01-C60F-433C-486F-EB3675D0F1CD}"/>
              </a:ext>
            </a:extLst>
          </p:cNvPr>
          <p:cNvSpPr txBox="1"/>
          <p:nvPr/>
        </p:nvSpPr>
        <p:spPr>
          <a:xfrm>
            <a:off x="6503158" y="649480"/>
            <a:ext cx="4862447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b="1" dirty="0"/>
              <a:t>PONDERATION PAR SEVERITE: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0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Critique (CVSS 9.0-10.0): </a:t>
            </a:r>
            <a:r>
              <a:rPr lang="en-US" sz="2000" dirty="0" err="1"/>
              <a:t>Poids</a:t>
            </a:r>
            <a:r>
              <a:rPr lang="en-US" sz="2000" dirty="0"/>
              <a:t> x3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 err="1"/>
              <a:t>Majeur</a:t>
            </a:r>
            <a:r>
              <a:rPr lang="en-US" sz="2000" dirty="0"/>
              <a:t> (CVSS 7.0-8.9): </a:t>
            </a:r>
            <a:r>
              <a:rPr lang="en-US" sz="2000" dirty="0" err="1"/>
              <a:t>Poids</a:t>
            </a:r>
            <a:r>
              <a:rPr lang="en-US" sz="2000" dirty="0"/>
              <a:t> x2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 err="1"/>
              <a:t>Mineur</a:t>
            </a:r>
            <a:r>
              <a:rPr lang="en-US" sz="2000" dirty="0"/>
              <a:t> (CVSS 4.0-6.9): </a:t>
            </a:r>
            <a:r>
              <a:rPr lang="en-US" sz="2000" dirty="0" err="1"/>
              <a:t>Poids</a:t>
            </a:r>
            <a:r>
              <a:rPr lang="en-US" sz="2000" dirty="0"/>
              <a:t> x1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0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b="1" dirty="0"/>
              <a:t>FORMULE: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Score = (Points </a:t>
            </a:r>
            <a:r>
              <a:rPr lang="en-US" sz="2000" dirty="0" err="1"/>
              <a:t>obtenus</a:t>
            </a:r>
            <a:r>
              <a:rPr lang="en-US" sz="2000" dirty="0"/>
              <a:t> / Points max) x 100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0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b="1" dirty="0"/>
              <a:t>ECHELLE: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0-40%: CRITIQUE | 41-60%: FAIBLE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61-80%: MOYEN | 81-100%: BON</a:t>
            </a:r>
          </a:p>
        </p:txBody>
      </p:sp>
    </p:spTree>
    <p:extLst>
      <p:ext uri="{BB962C8B-B14F-4D97-AF65-F5344CB8AC3E}">
        <p14:creationId xmlns:p14="http://schemas.microsoft.com/office/powerpoint/2010/main" val="14334189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1F3D82D5-066B-CE5F-B807-2853AD740073}"/>
              </a:ext>
            </a:extLst>
          </p:cNvPr>
          <p:cNvSpPr txBox="1"/>
          <p:nvPr/>
        </p:nvSpPr>
        <p:spPr>
          <a:xfrm>
            <a:off x="826396" y="586855"/>
            <a:ext cx="4230100" cy="33874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Rapport HTML Genere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5BE2713-CFA8-B621-9CF9-7AB57F2CB757}"/>
              </a:ext>
            </a:extLst>
          </p:cNvPr>
          <p:cNvSpPr txBox="1"/>
          <p:nvPr/>
        </p:nvSpPr>
        <p:spPr>
          <a:xfrm>
            <a:off x="6503158" y="649480"/>
            <a:ext cx="4862447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b="1" dirty="0"/>
              <a:t>STRUCTURE DU RAPPORT: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1. En-tête avec score global</a:t>
            </a:r>
            <a:br>
              <a:rPr lang="en-US" sz="2000" dirty="0"/>
            </a:br>
            <a:endParaRPr lang="en-US" sz="20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2. Résumé </a:t>
            </a:r>
            <a:r>
              <a:rPr lang="en-US" sz="2000" dirty="0" err="1"/>
              <a:t>éxécutif</a:t>
            </a:r>
            <a:r>
              <a:rPr lang="en-US" sz="2000" dirty="0"/>
              <a:t> (findings par </a:t>
            </a:r>
            <a:r>
              <a:rPr lang="en-US" sz="2000" dirty="0" err="1"/>
              <a:t>sévérité</a:t>
            </a:r>
            <a:r>
              <a:rPr lang="en-US" sz="2000" dirty="0"/>
              <a:t>)</a:t>
            </a:r>
            <a:br>
              <a:rPr lang="en-US" sz="2000" dirty="0"/>
            </a:br>
            <a:endParaRPr lang="en-US" sz="20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3. Tableau </a:t>
            </a:r>
            <a:r>
              <a:rPr lang="en-US" sz="2000" dirty="0" err="1"/>
              <a:t>détaillé</a:t>
            </a:r>
            <a:r>
              <a:rPr lang="en-US" sz="2000" dirty="0"/>
              <a:t> (50+ </a:t>
            </a:r>
            <a:r>
              <a:rPr lang="en-US" sz="2000" dirty="0" err="1"/>
              <a:t>lignes</a:t>
            </a:r>
            <a:r>
              <a:rPr lang="en-US" sz="2000" dirty="0"/>
              <a:t>)</a:t>
            </a:r>
          </a:p>
          <a:p>
            <a:pPr lvl="1"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- Nom du </a:t>
            </a:r>
            <a:r>
              <a:rPr lang="en-US" sz="2000" dirty="0" err="1"/>
              <a:t>contrôle</a:t>
            </a:r>
            <a:endParaRPr lang="en-US" sz="2000" dirty="0"/>
          </a:p>
          <a:p>
            <a:pPr lvl="1"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- Etat (PASS/FAIL)</a:t>
            </a:r>
          </a:p>
          <a:p>
            <a:pPr lvl="1"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- </a:t>
            </a:r>
            <a:r>
              <a:rPr lang="en-US" sz="2000" dirty="0" err="1"/>
              <a:t>Severite</a:t>
            </a:r>
            <a:r>
              <a:rPr lang="en-US" sz="2000" dirty="0"/>
              <a:t> + CVSS</a:t>
            </a:r>
          </a:p>
          <a:p>
            <a:pPr lvl="1"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- </a:t>
            </a:r>
            <a:r>
              <a:rPr lang="en-US" sz="2000" dirty="0" err="1"/>
              <a:t>Recommandation</a:t>
            </a:r>
            <a:endParaRPr lang="en-US" sz="2000" dirty="0"/>
          </a:p>
          <a:p>
            <a:pPr lvl="1">
              <a:lnSpc>
                <a:spcPct val="90000"/>
              </a:lnSpc>
              <a:spcAft>
                <a:spcPts val="600"/>
              </a:spcAft>
            </a:pPr>
            <a:endParaRPr lang="en-US" sz="20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4. Footer avec metadata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b="1" dirty="0"/>
              <a:t>DESIGN: 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Bootstrap CSS responsive</a:t>
            </a:r>
          </a:p>
        </p:txBody>
      </p:sp>
    </p:spTree>
    <p:extLst>
      <p:ext uri="{BB962C8B-B14F-4D97-AF65-F5344CB8AC3E}">
        <p14:creationId xmlns:p14="http://schemas.microsoft.com/office/powerpoint/2010/main" val="4511252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19F4DDC3-25C6-F3D0-76AE-00ED164114ED}"/>
              </a:ext>
            </a:extLst>
          </p:cNvPr>
          <p:cNvSpPr txBox="1"/>
          <p:nvPr/>
        </p:nvSpPr>
        <p:spPr>
          <a:xfrm>
            <a:off x="826396" y="586855"/>
            <a:ext cx="4230100" cy="33874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Comment </a:t>
            </a:r>
            <a:r>
              <a:rPr lang="en-US" sz="4000" b="1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</a:t>
            </a:r>
            <a:r>
              <a:rPr lang="en-US" sz="40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tiliser</a:t>
            </a:r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le Script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D91C717-0A81-A4CD-3342-6D5376732613}"/>
              </a:ext>
            </a:extLst>
          </p:cNvPr>
          <p:cNvSpPr txBox="1"/>
          <p:nvPr/>
        </p:nvSpPr>
        <p:spPr>
          <a:xfrm>
            <a:off x="6503158" y="649480"/>
            <a:ext cx="4862447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b="1" dirty="0"/>
              <a:t>ETAPE 1: </a:t>
            </a:r>
            <a:r>
              <a:rPr lang="en-US" sz="2000" dirty="0" err="1"/>
              <a:t>Ouvrir</a:t>
            </a:r>
            <a:r>
              <a:rPr lang="en-US" sz="2000" dirty="0"/>
              <a:t> PowerShell </a:t>
            </a:r>
            <a:r>
              <a:rPr lang="en-US" sz="2000" dirty="0" err="1"/>
              <a:t>en</a:t>
            </a:r>
            <a:r>
              <a:rPr lang="en-US" sz="2000" dirty="0"/>
              <a:t> Admin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  <a:r>
              <a:rPr lang="en-US" sz="2000" dirty="0" err="1"/>
              <a:t>Clic</a:t>
            </a:r>
            <a:r>
              <a:rPr lang="en-US" sz="2000" dirty="0"/>
              <a:t> droit &gt; Executer </a:t>
            </a:r>
            <a:r>
              <a:rPr lang="en-US" sz="2000" dirty="0" err="1"/>
              <a:t>en</a:t>
            </a:r>
            <a:r>
              <a:rPr lang="en-US" sz="2000" dirty="0"/>
              <a:t> tant </a:t>
            </a:r>
            <a:r>
              <a:rPr lang="en-US" sz="2000" dirty="0" err="1"/>
              <a:t>qu'admin</a:t>
            </a:r>
            <a:endParaRPr lang="en-US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b="1" dirty="0"/>
              <a:t>ETAPE 2: </a:t>
            </a:r>
            <a:r>
              <a:rPr lang="en-US" sz="2000" dirty="0" err="1"/>
              <a:t>Autoriser</a:t>
            </a:r>
            <a:r>
              <a:rPr lang="en-US" sz="2000" dirty="0"/>
              <a:t> execution scripts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Set-</a:t>
            </a:r>
            <a:r>
              <a:rPr lang="en-US" sz="2000" dirty="0" err="1"/>
              <a:t>ExecutionPolicy</a:t>
            </a:r>
            <a:r>
              <a:rPr lang="en-US" sz="2000" dirty="0"/>
              <a:t> Bypass -Scope Process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b="1" dirty="0"/>
              <a:t>ETAPE 3: </a:t>
            </a:r>
            <a:r>
              <a:rPr lang="en-US" sz="2000" dirty="0"/>
              <a:t>Lancer le script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.\Windows-Security-Audit.ps1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b="1" dirty="0"/>
              <a:t>ETAPE 4: </a:t>
            </a:r>
            <a:r>
              <a:rPr lang="en-US" sz="2000" dirty="0" err="1"/>
              <a:t>Attendre</a:t>
            </a:r>
            <a:r>
              <a:rPr lang="en-US" sz="2000" dirty="0"/>
              <a:t> 2-3 minutes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b="1" dirty="0"/>
              <a:t>ETAPE 5: </a:t>
            </a:r>
            <a:r>
              <a:rPr lang="en-US" sz="2000" dirty="0"/>
              <a:t>Consulter les rapports</a:t>
            </a:r>
            <a:br>
              <a:rPr lang="en-US" sz="2000" dirty="0"/>
            </a:br>
            <a:endParaRPr lang="en-US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 Audit-Report-[Date].html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 Audit-Results-[Date].</a:t>
            </a:r>
            <a:r>
              <a:rPr lang="en-US" sz="2000" dirty="0" err="1"/>
              <a:t>json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6712172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BDEB1D3-FE0B-C6A2-0A5E-3B61976AC7AC}"/>
              </a:ext>
            </a:extLst>
          </p:cNvPr>
          <p:cNvSpPr txBox="1"/>
          <p:nvPr/>
        </p:nvSpPr>
        <p:spPr>
          <a:xfrm>
            <a:off x="826396" y="586855"/>
            <a:ext cx="4230100" cy="33874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Avantages du Script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EAA7EB9-4966-DD78-C9C4-E64413ED2B82}"/>
              </a:ext>
            </a:extLst>
          </p:cNvPr>
          <p:cNvSpPr txBox="1"/>
          <p:nvPr/>
        </p:nvSpPr>
        <p:spPr>
          <a:xfrm>
            <a:off x="6503158" y="649480"/>
            <a:ext cx="4862447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b="1" dirty="0"/>
              <a:t>RAPIDITE: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2-3 minutes vs 2-3 </a:t>
            </a:r>
            <a:r>
              <a:rPr lang="en-US" sz="2000" dirty="0" err="1"/>
              <a:t>heures</a:t>
            </a:r>
            <a:r>
              <a:rPr lang="en-US" sz="2000" dirty="0"/>
              <a:t> </a:t>
            </a:r>
            <a:r>
              <a:rPr lang="en-US" sz="2000" dirty="0" err="1"/>
              <a:t>manuellement</a:t>
            </a:r>
            <a:endParaRPr lang="en-US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b="1" dirty="0"/>
              <a:t>EXHAUSTIVITE: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50+ </a:t>
            </a:r>
            <a:r>
              <a:rPr lang="en-US" sz="2000" dirty="0" err="1"/>
              <a:t>contrôles</a:t>
            </a:r>
            <a:r>
              <a:rPr lang="en-US" sz="2000" dirty="0"/>
              <a:t>, zero </a:t>
            </a:r>
            <a:r>
              <a:rPr lang="en-US" sz="2000" dirty="0" err="1"/>
              <a:t>oubli</a:t>
            </a:r>
            <a:endParaRPr lang="en-US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b="1" dirty="0"/>
              <a:t>REPETABILITE: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Résultats</a:t>
            </a:r>
            <a:r>
              <a:rPr lang="en-US" sz="2000" dirty="0"/>
              <a:t> </a:t>
            </a:r>
            <a:r>
              <a:rPr lang="en-US" sz="2000" dirty="0" err="1"/>
              <a:t>identiques</a:t>
            </a:r>
            <a:r>
              <a:rPr lang="en-US" sz="2000" dirty="0"/>
              <a:t> à </a:t>
            </a:r>
            <a:r>
              <a:rPr lang="en-US" sz="2000" dirty="0" err="1"/>
              <a:t>chaque</a:t>
            </a:r>
            <a:r>
              <a:rPr lang="en-US" sz="2000" dirty="0"/>
              <a:t> execution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b="1" dirty="0"/>
              <a:t>TRAÇABILITE: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Rapports </a:t>
            </a:r>
            <a:r>
              <a:rPr lang="en-US" sz="2000" dirty="0" err="1"/>
              <a:t>horodates</a:t>
            </a:r>
            <a:r>
              <a:rPr lang="en-US" sz="2000" dirty="0"/>
              <a:t> JSON + HTML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b="1" dirty="0"/>
              <a:t>CONFORMITE: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Baselines ANSSI + CIS + Microsoft</a:t>
            </a:r>
          </a:p>
        </p:txBody>
      </p:sp>
    </p:spTree>
    <p:extLst>
      <p:ext uri="{BB962C8B-B14F-4D97-AF65-F5344CB8AC3E}">
        <p14:creationId xmlns:p14="http://schemas.microsoft.com/office/powerpoint/2010/main" val="35961339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F0ED868-FDF7-1158-3C56-FB2194923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Limitations &amp; </a:t>
            </a:r>
            <a:r>
              <a:rPr lang="en-US" sz="40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Prérequis</a:t>
            </a:r>
            <a:endParaRPr lang="en-US" sz="40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9478977E-0E02-989A-80E3-566EB27EC64D}"/>
              </a:ext>
            </a:extLst>
          </p:cNvPr>
          <p:cNvSpPr txBox="1"/>
          <p:nvPr/>
        </p:nvSpPr>
        <p:spPr>
          <a:xfrm>
            <a:off x="6503158" y="649480"/>
            <a:ext cx="4862447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b="1" dirty="0"/>
              <a:t>PREREQUIS: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 Windows Server 2016+ </a:t>
            </a:r>
            <a:r>
              <a:rPr lang="en-US" sz="2000" dirty="0" err="1"/>
              <a:t>ou</a:t>
            </a:r>
            <a:r>
              <a:rPr lang="en-US" sz="2000" dirty="0"/>
              <a:t> Windows 10+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 PowerShell 5.1 minimum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 Droits </a:t>
            </a:r>
            <a:r>
              <a:rPr lang="en-US" sz="2000" dirty="0" err="1"/>
              <a:t>administrateur</a:t>
            </a:r>
            <a:r>
              <a:rPr lang="en-US" sz="2000" dirty="0"/>
              <a:t> OBLIGATOIRES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b="1" dirty="0"/>
              <a:t>LIMITATIONS: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Ne </a:t>
            </a:r>
            <a:r>
              <a:rPr lang="en-US" sz="2000" dirty="0" err="1"/>
              <a:t>corrige</a:t>
            </a:r>
            <a:r>
              <a:rPr lang="en-US" sz="2000" dirty="0"/>
              <a:t> pas </a:t>
            </a:r>
            <a:r>
              <a:rPr lang="en-US" sz="2000" dirty="0" err="1"/>
              <a:t>automatiquement</a:t>
            </a:r>
            <a:endParaRPr lang="en-US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Audit local </a:t>
            </a:r>
            <a:r>
              <a:rPr lang="en-US" sz="2000" dirty="0" err="1"/>
              <a:t>uniquement</a:t>
            </a:r>
            <a:r>
              <a:rPr lang="en-US" sz="2000" dirty="0"/>
              <a:t> (pas remote)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Ne </a:t>
            </a:r>
            <a:r>
              <a:rPr lang="en-US" sz="2000" dirty="0" err="1"/>
              <a:t>detecte</a:t>
            </a:r>
            <a:r>
              <a:rPr lang="en-US" sz="2000" dirty="0"/>
              <a:t> pas les malwares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Analyse</a:t>
            </a:r>
            <a:r>
              <a:rPr lang="en-US" sz="2000" dirty="0"/>
              <a:t> configuration, pas </a:t>
            </a:r>
            <a:r>
              <a:rPr lang="en-US" sz="2000" dirty="0" err="1"/>
              <a:t>comportement</a:t>
            </a:r>
            <a:endParaRPr lang="en-US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b="1" dirty="0"/>
              <a:t>COMPLEMENTAIRE avec: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Antivirus, SIEM, EDR, Pentest</a:t>
            </a:r>
          </a:p>
        </p:txBody>
      </p:sp>
    </p:spTree>
    <p:extLst>
      <p:ext uri="{BB962C8B-B14F-4D97-AF65-F5344CB8AC3E}">
        <p14:creationId xmlns:p14="http://schemas.microsoft.com/office/powerpoint/2010/main" val="328425999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1230</Words>
  <Application>Microsoft Office PowerPoint</Application>
  <PresentationFormat>Grand écran</PresentationFormat>
  <Paragraphs>309</Paragraphs>
  <Slides>28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28</vt:i4>
      </vt:variant>
    </vt:vector>
  </HeadingPairs>
  <TitlesOfParts>
    <vt:vector size="32" baseType="lpstr">
      <vt:lpstr>Aptos</vt:lpstr>
      <vt:lpstr>Aptos Display</vt:lpstr>
      <vt:lpstr>Arial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Exemples de Checks Techniques</vt:lpstr>
      <vt:lpstr>Présentation PowerPoint</vt:lpstr>
      <vt:lpstr>Présentation PowerPoint</vt:lpstr>
      <vt:lpstr>Présentation PowerPoint</vt:lpstr>
      <vt:lpstr>Présentation PowerPoint</vt:lpstr>
      <vt:lpstr>Limitations &amp; Prérequis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Mohamed OUALI</dc:creator>
  <cp:lastModifiedBy>Mohamed OUALI</cp:lastModifiedBy>
  <cp:revision>8</cp:revision>
  <dcterms:created xsi:type="dcterms:W3CDTF">2026-01-07T01:13:41Z</dcterms:created>
  <dcterms:modified xsi:type="dcterms:W3CDTF">2026-01-07T02:17:37Z</dcterms:modified>
</cp:coreProperties>
</file>